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8" r:id="rId5"/>
    <p:sldId id="269" r:id="rId6"/>
    <p:sldId id="270" r:id="rId7"/>
    <p:sldId id="271" r:id="rId8"/>
    <p:sldId id="272" r:id="rId9"/>
    <p:sldId id="259" r:id="rId10"/>
    <p:sldId id="273" r:id="rId11"/>
    <p:sldId id="274" r:id="rId12"/>
    <p:sldId id="275" r:id="rId13"/>
    <p:sldId id="276" r:id="rId14"/>
    <p:sldId id="277" r:id="rId15"/>
    <p:sldId id="278" r:id="rId16"/>
    <p:sldId id="261" r:id="rId17"/>
    <p:sldId id="262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9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3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1BFBA6-27E1-4900-B5AA-6C0F0205B4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31E97FF6-7F13-42DE-8B89-98199BB0031B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Database design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14845939-314B-4B78-AD0C-6EC6BCC80C0E}" type="parTrans" cxnId="{105BCB50-C181-4660-86FA-013ADE45C96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60CEC1F-8674-4C36-AB9A-129BB5C0DBD5}" type="sibTrans" cxnId="{105BCB50-C181-4660-86FA-013ADE45C96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BBC5FF9-9B09-454B-AEE9-BF95D2A270A4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Flowcharts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86E4600F-B710-4020-96EC-1873ADBFA0C5}" type="parTrans" cxnId="{5F3F556C-5BD4-4E96-B29C-A412BB389934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01CD88D-DE28-4785-9CEF-79F6C0996F48}" type="sibTrans" cxnId="{5F3F556C-5BD4-4E96-B29C-A412BB389934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881C68E-7429-4746-A664-EBBD5A2EA82E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Pseudocode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5EA05794-41A9-4A54-BA3E-0DCCFC7CF46C}" type="parTrans" cxnId="{10FF7C2B-95AF-401F-82ED-4FF2B6621BC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0ED34D34-6ED5-4B21-9258-28AD040C3614}" type="sibTrans" cxnId="{10FF7C2B-95AF-401F-82ED-4FF2B6621BC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1D9DAF52-B76A-4EE4-BFC4-A473087A97B6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Cloud functions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B13522D0-40E5-4A90-9676-834D8293AAE7}" type="parTrans" cxnId="{6567546E-D998-4861-AD15-39D8927876F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E025DFC5-8C55-489F-BEA4-01BCB1B57E72}" type="sibTrans" cxnId="{6567546E-D998-4861-AD15-39D8927876F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EBD09C3F-C63C-4382-93B8-58D2B1A07258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Security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402A7342-F34D-4051-922C-C1D4A8ED5AF2}" type="parTrans" cxnId="{21B4C53F-88F6-4E25-A300-825AA25507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65A5DF06-0504-4BCA-80CB-7E943A4E713F}" type="sibTrans" cxnId="{21B4C53F-88F6-4E25-A300-825AA25507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88F2544-36A0-4ABF-AC25-9D5AFED1E3A7}" type="pres">
      <dgm:prSet presAssocID="{FF1BFBA6-27E1-4900-B5AA-6C0F0205B437}" presName="diagram" presStyleCnt="0">
        <dgm:presLayoutVars>
          <dgm:dir/>
          <dgm:resizeHandles val="exact"/>
        </dgm:presLayoutVars>
      </dgm:prSet>
      <dgm:spPr/>
    </dgm:pt>
    <dgm:pt modelId="{D29AF43B-C5DC-4EE9-B673-533EC3B2E4E4}" type="pres">
      <dgm:prSet presAssocID="{31E97FF6-7F13-42DE-8B89-98199BB0031B}" presName="node" presStyleLbl="node1" presStyleIdx="0" presStyleCnt="5">
        <dgm:presLayoutVars>
          <dgm:bulletEnabled val="1"/>
        </dgm:presLayoutVars>
      </dgm:prSet>
      <dgm:spPr/>
    </dgm:pt>
    <dgm:pt modelId="{9436CEE9-2903-46D2-BDF5-9197987A7DA7}" type="pres">
      <dgm:prSet presAssocID="{260CEC1F-8674-4C36-AB9A-129BB5C0DBD5}" presName="sibTrans" presStyleCnt="0"/>
      <dgm:spPr/>
    </dgm:pt>
    <dgm:pt modelId="{D2D6DA30-B546-4BC0-9EDD-76B977BF4669}" type="pres">
      <dgm:prSet presAssocID="{2BBC5FF9-9B09-454B-AEE9-BF95D2A270A4}" presName="node" presStyleLbl="node1" presStyleIdx="1" presStyleCnt="5">
        <dgm:presLayoutVars>
          <dgm:bulletEnabled val="1"/>
        </dgm:presLayoutVars>
      </dgm:prSet>
      <dgm:spPr/>
    </dgm:pt>
    <dgm:pt modelId="{2AFB89C5-69C7-4E7D-B0B4-425A5EDC1993}" type="pres">
      <dgm:prSet presAssocID="{D01CD88D-DE28-4785-9CEF-79F6C0996F48}" presName="sibTrans" presStyleCnt="0"/>
      <dgm:spPr/>
    </dgm:pt>
    <dgm:pt modelId="{D242AF68-6E85-47CC-B140-5D66B228CC20}" type="pres">
      <dgm:prSet presAssocID="{D881C68E-7429-4746-A664-EBBD5A2EA82E}" presName="node" presStyleLbl="node1" presStyleIdx="2" presStyleCnt="5">
        <dgm:presLayoutVars>
          <dgm:bulletEnabled val="1"/>
        </dgm:presLayoutVars>
      </dgm:prSet>
      <dgm:spPr/>
    </dgm:pt>
    <dgm:pt modelId="{9CE5DC94-4F52-441D-954D-F39B42DCCBFA}" type="pres">
      <dgm:prSet presAssocID="{0ED34D34-6ED5-4B21-9258-28AD040C3614}" presName="sibTrans" presStyleCnt="0"/>
      <dgm:spPr/>
    </dgm:pt>
    <dgm:pt modelId="{4F62B5A6-D307-4A5E-92D7-0A42ABBD5EFA}" type="pres">
      <dgm:prSet presAssocID="{1D9DAF52-B76A-4EE4-BFC4-A473087A97B6}" presName="node" presStyleLbl="node1" presStyleIdx="3" presStyleCnt="5">
        <dgm:presLayoutVars>
          <dgm:bulletEnabled val="1"/>
        </dgm:presLayoutVars>
      </dgm:prSet>
      <dgm:spPr/>
    </dgm:pt>
    <dgm:pt modelId="{5370105A-1C45-410B-B9F1-E40094E033BB}" type="pres">
      <dgm:prSet presAssocID="{E025DFC5-8C55-489F-BEA4-01BCB1B57E72}" presName="sibTrans" presStyleCnt="0"/>
      <dgm:spPr/>
    </dgm:pt>
    <dgm:pt modelId="{25B70585-0262-4B14-AAAC-21C36A7AC301}" type="pres">
      <dgm:prSet presAssocID="{EBD09C3F-C63C-4382-93B8-58D2B1A07258}" presName="node" presStyleLbl="node1" presStyleIdx="4" presStyleCnt="5">
        <dgm:presLayoutVars>
          <dgm:bulletEnabled val="1"/>
        </dgm:presLayoutVars>
      </dgm:prSet>
      <dgm:spPr/>
    </dgm:pt>
  </dgm:ptLst>
  <dgm:cxnLst>
    <dgm:cxn modelId="{64C40F03-C879-4CC7-B2D7-1D776D057729}" type="presOf" srcId="{31E97FF6-7F13-42DE-8B89-98199BB0031B}" destId="{D29AF43B-C5DC-4EE9-B673-533EC3B2E4E4}" srcOrd="0" destOrd="0" presId="urn:microsoft.com/office/officeart/2005/8/layout/default"/>
    <dgm:cxn modelId="{10FF7C2B-95AF-401F-82ED-4FF2B6621BC6}" srcId="{FF1BFBA6-27E1-4900-B5AA-6C0F0205B437}" destId="{D881C68E-7429-4746-A664-EBBD5A2EA82E}" srcOrd="2" destOrd="0" parTransId="{5EA05794-41A9-4A54-BA3E-0DCCFC7CF46C}" sibTransId="{0ED34D34-6ED5-4B21-9258-28AD040C3614}"/>
    <dgm:cxn modelId="{21B4C53F-88F6-4E25-A300-825AA25507B6}" srcId="{FF1BFBA6-27E1-4900-B5AA-6C0F0205B437}" destId="{EBD09C3F-C63C-4382-93B8-58D2B1A07258}" srcOrd="4" destOrd="0" parTransId="{402A7342-F34D-4051-922C-C1D4A8ED5AF2}" sibTransId="{65A5DF06-0504-4BCA-80CB-7E943A4E713F}"/>
    <dgm:cxn modelId="{5F3F556C-5BD4-4E96-B29C-A412BB389934}" srcId="{FF1BFBA6-27E1-4900-B5AA-6C0F0205B437}" destId="{2BBC5FF9-9B09-454B-AEE9-BF95D2A270A4}" srcOrd="1" destOrd="0" parTransId="{86E4600F-B710-4020-96EC-1873ADBFA0C5}" sibTransId="{D01CD88D-DE28-4785-9CEF-79F6C0996F48}"/>
    <dgm:cxn modelId="{6567546E-D998-4861-AD15-39D8927876FB}" srcId="{FF1BFBA6-27E1-4900-B5AA-6C0F0205B437}" destId="{1D9DAF52-B76A-4EE4-BFC4-A473087A97B6}" srcOrd="3" destOrd="0" parTransId="{B13522D0-40E5-4A90-9676-834D8293AAE7}" sibTransId="{E025DFC5-8C55-489F-BEA4-01BCB1B57E72}"/>
    <dgm:cxn modelId="{105BCB50-C181-4660-86FA-013ADE45C96B}" srcId="{FF1BFBA6-27E1-4900-B5AA-6C0F0205B437}" destId="{31E97FF6-7F13-42DE-8B89-98199BB0031B}" srcOrd="0" destOrd="0" parTransId="{14845939-314B-4B78-AD0C-6EC6BCC80C0E}" sibTransId="{260CEC1F-8674-4C36-AB9A-129BB5C0DBD5}"/>
    <dgm:cxn modelId="{6C992D52-917F-4CCA-9CC2-7DB5DA5812DC}" type="presOf" srcId="{D881C68E-7429-4746-A664-EBBD5A2EA82E}" destId="{D242AF68-6E85-47CC-B140-5D66B228CC20}" srcOrd="0" destOrd="0" presId="urn:microsoft.com/office/officeart/2005/8/layout/default"/>
    <dgm:cxn modelId="{900F90A8-8D91-4F51-8BEE-579071E2DD85}" type="presOf" srcId="{2BBC5FF9-9B09-454B-AEE9-BF95D2A270A4}" destId="{D2D6DA30-B546-4BC0-9EDD-76B977BF4669}" srcOrd="0" destOrd="0" presId="urn:microsoft.com/office/officeart/2005/8/layout/default"/>
    <dgm:cxn modelId="{925AA1B5-6935-43A3-AD42-5D1F58024308}" type="presOf" srcId="{1D9DAF52-B76A-4EE4-BFC4-A473087A97B6}" destId="{4F62B5A6-D307-4A5E-92D7-0A42ABBD5EFA}" srcOrd="0" destOrd="0" presId="urn:microsoft.com/office/officeart/2005/8/layout/default"/>
    <dgm:cxn modelId="{A4B73FE6-36D4-4D2C-A699-1D5580DFBA59}" type="presOf" srcId="{FF1BFBA6-27E1-4900-B5AA-6C0F0205B437}" destId="{D88F2544-36A0-4ABF-AC25-9D5AFED1E3A7}" srcOrd="0" destOrd="0" presId="urn:microsoft.com/office/officeart/2005/8/layout/default"/>
    <dgm:cxn modelId="{571994F0-8023-41AF-9AD0-87FEF34412CF}" type="presOf" srcId="{EBD09C3F-C63C-4382-93B8-58D2B1A07258}" destId="{25B70585-0262-4B14-AAAC-21C36A7AC301}" srcOrd="0" destOrd="0" presId="urn:microsoft.com/office/officeart/2005/8/layout/default"/>
    <dgm:cxn modelId="{00B6F409-0936-4F3A-8590-8AAB456DAE5B}" type="presParOf" srcId="{D88F2544-36A0-4ABF-AC25-9D5AFED1E3A7}" destId="{D29AF43B-C5DC-4EE9-B673-533EC3B2E4E4}" srcOrd="0" destOrd="0" presId="urn:microsoft.com/office/officeart/2005/8/layout/default"/>
    <dgm:cxn modelId="{8F92A7D9-18CA-49CF-8D3B-FA6880283FCE}" type="presParOf" srcId="{D88F2544-36A0-4ABF-AC25-9D5AFED1E3A7}" destId="{9436CEE9-2903-46D2-BDF5-9197987A7DA7}" srcOrd="1" destOrd="0" presId="urn:microsoft.com/office/officeart/2005/8/layout/default"/>
    <dgm:cxn modelId="{79F7AF16-D5EC-416C-99AA-BDFF3690F26D}" type="presParOf" srcId="{D88F2544-36A0-4ABF-AC25-9D5AFED1E3A7}" destId="{D2D6DA30-B546-4BC0-9EDD-76B977BF4669}" srcOrd="2" destOrd="0" presId="urn:microsoft.com/office/officeart/2005/8/layout/default"/>
    <dgm:cxn modelId="{4CDDFB15-02D0-4D9B-9419-90EF0009CA79}" type="presParOf" srcId="{D88F2544-36A0-4ABF-AC25-9D5AFED1E3A7}" destId="{2AFB89C5-69C7-4E7D-B0B4-425A5EDC1993}" srcOrd="3" destOrd="0" presId="urn:microsoft.com/office/officeart/2005/8/layout/default"/>
    <dgm:cxn modelId="{E4D8F226-3795-4783-A7B0-FBE418F9DEE5}" type="presParOf" srcId="{D88F2544-36A0-4ABF-AC25-9D5AFED1E3A7}" destId="{D242AF68-6E85-47CC-B140-5D66B228CC20}" srcOrd="4" destOrd="0" presId="urn:microsoft.com/office/officeart/2005/8/layout/default"/>
    <dgm:cxn modelId="{6296B8C4-CEC0-40D4-A40F-A67AAA2103E6}" type="presParOf" srcId="{D88F2544-36A0-4ABF-AC25-9D5AFED1E3A7}" destId="{9CE5DC94-4F52-441D-954D-F39B42DCCBFA}" srcOrd="5" destOrd="0" presId="urn:microsoft.com/office/officeart/2005/8/layout/default"/>
    <dgm:cxn modelId="{11C82B41-4DCA-4759-A221-93DDEC80FBA3}" type="presParOf" srcId="{D88F2544-36A0-4ABF-AC25-9D5AFED1E3A7}" destId="{4F62B5A6-D307-4A5E-92D7-0A42ABBD5EFA}" srcOrd="6" destOrd="0" presId="urn:microsoft.com/office/officeart/2005/8/layout/default"/>
    <dgm:cxn modelId="{C6710CDF-5583-477E-9602-FAAFA1C3D14C}" type="presParOf" srcId="{D88F2544-36A0-4ABF-AC25-9D5AFED1E3A7}" destId="{5370105A-1C45-410B-B9F1-E40094E033BB}" srcOrd="7" destOrd="0" presId="urn:microsoft.com/office/officeart/2005/8/layout/default"/>
    <dgm:cxn modelId="{AD766C7E-3FEA-45A3-BF39-18C1684EEBD3}" type="presParOf" srcId="{D88F2544-36A0-4ABF-AC25-9D5AFED1E3A7}" destId="{25B70585-0262-4B14-AAAC-21C36A7AC30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1BFBA6-27E1-4900-B5AA-6C0F0205B4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31E97FF6-7F13-42DE-8B89-98199BB0031B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Testing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14845939-314B-4B78-AD0C-6EC6BCC80C0E}" type="parTrans" cxnId="{105BCB50-C181-4660-86FA-013ADE45C96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60CEC1F-8674-4C36-AB9A-129BB5C0DBD5}" type="sibTrans" cxnId="{105BCB50-C181-4660-86FA-013ADE45C96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BBC5FF9-9B09-454B-AEE9-BF95D2A270A4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SWOT</a:t>
          </a:r>
          <a:r>
            <a:rPr lang="en-US" sz="2500" kern="1200" dirty="0">
              <a:solidFill>
                <a:schemeClr val="tx1"/>
              </a:solidFill>
            </a:rPr>
            <a:t> </a:t>
          </a: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Analysis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86E4600F-B710-4020-96EC-1873ADBFA0C5}" type="parTrans" cxnId="{5F3F556C-5BD4-4E96-B29C-A412BB389934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01CD88D-DE28-4785-9CEF-79F6C0996F48}" type="sibTrans" cxnId="{5F3F556C-5BD4-4E96-B29C-A412BB389934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881C68E-7429-4746-A664-EBBD5A2EA82E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Project Roadmap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5EA05794-41A9-4A54-BA3E-0DCCFC7CF46C}" type="parTrans" cxnId="{10FF7C2B-95AF-401F-82ED-4FF2B6621BC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0ED34D34-6ED5-4B21-9258-28AD040C3614}" type="sibTrans" cxnId="{10FF7C2B-95AF-401F-82ED-4FF2B6621BC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88F2544-36A0-4ABF-AC25-9D5AFED1E3A7}" type="pres">
      <dgm:prSet presAssocID="{FF1BFBA6-27E1-4900-B5AA-6C0F0205B437}" presName="diagram" presStyleCnt="0">
        <dgm:presLayoutVars>
          <dgm:dir/>
          <dgm:resizeHandles val="exact"/>
        </dgm:presLayoutVars>
      </dgm:prSet>
      <dgm:spPr/>
    </dgm:pt>
    <dgm:pt modelId="{D29AF43B-C5DC-4EE9-B673-533EC3B2E4E4}" type="pres">
      <dgm:prSet presAssocID="{31E97FF6-7F13-42DE-8B89-98199BB0031B}" presName="node" presStyleLbl="node1" presStyleIdx="0" presStyleCnt="3">
        <dgm:presLayoutVars>
          <dgm:bulletEnabled val="1"/>
        </dgm:presLayoutVars>
      </dgm:prSet>
      <dgm:spPr/>
    </dgm:pt>
    <dgm:pt modelId="{9436CEE9-2903-46D2-BDF5-9197987A7DA7}" type="pres">
      <dgm:prSet presAssocID="{260CEC1F-8674-4C36-AB9A-129BB5C0DBD5}" presName="sibTrans" presStyleCnt="0"/>
      <dgm:spPr/>
    </dgm:pt>
    <dgm:pt modelId="{D2D6DA30-B546-4BC0-9EDD-76B977BF4669}" type="pres">
      <dgm:prSet presAssocID="{2BBC5FF9-9B09-454B-AEE9-BF95D2A270A4}" presName="node" presStyleLbl="node1" presStyleIdx="1" presStyleCnt="3">
        <dgm:presLayoutVars>
          <dgm:bulletEnabled val="1"/>
        </dgm:presLayoutVars>
      </dgm:prSet>
      <dgm:spPr/>
    </dgm:pt>
    <dgm:pt modelId="{2AFB89C5-69C7-4E7D-B0B4-425A5EDC1993}" type="pres">
      <dgm:prSet presAssocID="{D01CD88D-DE28-4785-9CEF-79F6C0996F48}" presName="sibTrans" presStyleCnt="0"/>
      <dgm:spPr/>
    </dgm:pt>
    <dgm:pt modelId="{D242AF68-6E85-47CC-B140-5D66B228CC20}" type="pres">
      <dgm:prSet presAssocID="{D881C68E-7429-4746-A664-EBBD5A2EA82E}" presName="node" presStyleLbl="node1" presStyleIdx="2" presStyleCnt="3">
        <dgm:presLayoutVars>
          <dgm:bulletEnabled val="1"/>
        </dgm:presLayoutVars>
      </dgm:prSet>
      <dgm:spPr/>
    </dgm:pt>
  </dgm:ptLst>
  <dgm:cxnLst>
    <dgm:cxn modelId="{64C40F03-C879-4CC7-B2D7-1D776D057729}" type="presOf" srcId="{31E97FF6-7F13-42DE-8B89-98199BB0031B}" destId="{D29AF43B-C5DC-4EE9-B673-533EC3B2E4E4}" srcOrd="0" destOrd="0" presId="urn:microsoft.com/office/officeart/2005/8/layout/default"/>
    <dgm:cxn modelId="{10FF7C2B-95AF-401F-82ED-4FF2B6621BC6}" srcId="{FF1BFBA6-27E1-4900-B5AA-6C0F0205B437}" destId="{D881C68E-7429-4746-A664-EBBD5A2EA82E}" srcOrd="2" destOrd="0" parTransId="{5EA05794-41A9-4A54-BA3E-0DCCFC7CF46C}" sibTransId="{0ED34D34-6ED5-4B21-9258-28AD040C3614}"/>
    <dgm:cxn modelId="{5F3F556C-5BD4-4E96-B29C-A412BB389934}" srcId="{FF1BFBA6-27E1-4900-B5AA-6C0F0205B437}" destId="{2BBC5FF9-9B09-454B-AEE9-BF95D2A270A4}" srcOrd="1" destOrd="0" parTransId="{86E4600F-B710-4020-96EC-1873ADBFA0C5}" sibTransId="{D01CD88D-DE28-4785-9CEF-79F6C0996F48}"/>
    <dgm:cxn modelId="{105BCB50-C181-4660-86FA-013ADE45C96B}" srcId="{FF1BFBA6-27E1-4900-B5AA-6C0F0205B437}" destId="{31E97FF6-7F13-42DE-8B89-98199BB0031B}" srcOrd="0" destOrd="0" parTransId="{14845939-314B-4B78-AD0C-6EC6BCC80C0E}" sibTransId="{260CEC1F-8674-4C36-AB9A-129BB5C0DBD5}"/>
    <dgm:cxn modelId="{6C992D52-917F-4CCA-9CC2-7DB5DA5812DC}" type="presOf" srcId="{D881C68E-7429-4746-A664-EBBD5A2EA82E}" destId="{D242AF68-6E85-47CC-B140-5D66B228CC20}" srcOrd="0" destOrd="0" presId="urn:microsoft.com/office/officeart/2005/8/layout/default"/>
    <dgm:cxn modelId="{900F90A8-8D91-4F51-8BEE-579071E2DD85}" type="presOf" srcId="{2BBC5FF9-9B09-454B-AEE9-BF95D2A270A4}" destId="{D2D6DA30-B546-4BC0-9EDD-76B977BF4669}" srcOrd="0" destOrd="0" presId="urn:microsoft.com/office/officeart/2005/8/layout/default"/>
    <dgm:cxn modelId="{A4B73FE6-36D4-4D2C-A699-1D5580DFBA59}" type="presOf" srcId="{FF1BFBA6-27E1-4900-B5AA-6C0F0205B437}" destId="{D88F2544-36A0-4ABF-AC25-9D5AFED1E3A7}" srcOrd="0" destOrd="0" presId="urn:microsoft.com/office/officeart/2005/8/layout/default"/>
    <dgm:cxn modelId="{00B6F409-0936-4F3A-8590-8AAB456DAE5B}" type="presParOf" srcId="{D88F2544-36A0-4ABF-AC25-9D5AFED1E3A7}" destId="{D29AF43B-C5DC-4EE9-B673-533EC3B2E4E4}" srcOrd="0" destOrd="0" presId="urn:microsoft.com/office/officeart/2005/8/layout/default"/>
    <dgm:cxn modelId="{8F92A7D9-18CA-49CF-8D3B-FA6880283FCE}" type="presParOf" srcId="{D88F2544-36A0-4ABF-AC25-9D5AFED1E3A7}" destId="{9436CEE9-2903-46D2-BDF5-9197987A7DA7}" srcOrd="1" destOrd="0" presId="urn:microsoft.com/office/officeart/2005/8/layout/default"/>
    <dgm:cxn modelId="{79F7AF16-D5EC-416C-99AA-BDFF3690F26D}" type="presParOf" srcId="{D88F2544-36A0-4ABF-AC25-9D5AFED1E3A7}" destId="{D2D6DA30-B546-4BC0-9EDD-76B977BF4669}" srcOrd="2" destOrd="0" presId="urn:microsoft.com/office/officeart/2005/8/layout/default"/>
    <dgm:cxn modelId="{4CDDFB15-02D0-4D9B-9419-90EF0009CA79}" type="presParOf" srcId="{D88F2544-36A0-4ABF-AC25-9D5AFED1E3A7}" destId="{2AFB89C5-69C7-4E7D-B0B4-425A5EDC1993}" srcOrd="3" destOrd="0" presId="urn:microsoft.com/office/officeart/2005/8/layout/default"/>
    <dgm:cxn modelId="{E4D8F226-3795-4783-A7B0-FBE418F9DEE5}" type="presParOf" srcId="{D88F2544-36A0-4ABF-AC25-9D5AFED1E3A7}" destId="{D242AF68-6E85-47CC-B140-5D66B228CC2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1BFBA6-27E1-4900-B5AA-6C0F0205B4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31E97FF6-7F13-42DE-8B89-98199BB0031B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Problem Statement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14845939-314B-4B78-AD0C-6EC6BCC80C0E}" type="parTrans" cxnId="{105BCB50-C181-4660-86FA-013ADE45C96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60CEC1F-8674-4C36-AB9A-129BB5C0DBD5}" type="sibTrans" cxnId="{105BCB50-C181-4660-86FA-013ADE45C96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BBC5FF9-9B09-454B-AEE9-BF95D2A270A4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Solution Overview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86E4600F-B710-4020-96EC-1873ADBFA0C5}" type="parTrans" cxnId="{5F3F556C-5BD4-4E96-B29C-A412BB389934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01CD88D-DE28-4785-9CEF-79F6C0996F48}" type="sibTrans" cxnId="{5F3F556C-5BD4-4E96-B29C-A412BB389934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881C68E-7429-4746-A664-EBBD5A2EA82E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Project Requirements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5EA05794-41A9-4A54-BA3E-0DCCFC7CF46C}" type="parTrans" cxnId="{10FF7C2B-95AF-401F-82ED-4FF2B6621BC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0ED34D34-6ED5-4B21-9258-28AD040C3614}" type="sibTrans" cxnId="{10FF7C2B-95AF-401F-82ED-4FF2B6621BC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1D9DAF52-B76A-4EE4-BFC4-A473087A97B6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Technology Stack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B13522D0-40E5-4A90-9676-834D8293AAE7}" type="parTrans" cxnId="{6567546E-D998-4861-AD15-39D8927876F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E025DFC5-8C55-489F-BEA4-01BCB1B57E72}" type="sibTrans" cxnId="{6567546E-D998-4861-AD15-39D8927876F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EBD09C3F-C63C-4382-93B8-58D2B1A07258}">
      <dgm:prSet phldrT="[Szöveg]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System Architecture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402A7342-F34D-4051-922C-C1D4A8ED5AF2}" type="parTrans" cxnId="{21B4C53F-88F6-4E25-A300-825AA25507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65A5DF06-0504-4BCA-80CB-7E943A4E713F}" type="sibTrans" cxnId="{21B4C53F-88F6-4E25-A300-825AA25507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D88F2544-36A0-4ABF-AC25-9D5AFED1E3A7}" type="pres">
      <dgm:prSet presAssocID="{FF1BFBA6-27E1-4900-B5AA-6C0F0205B437}" presName="diagram" presStyleCnt="0">
        <dgm:presLayoutVars>
          <dgm:dir/>
          <dgm:resizeHandles val="exact"/>
        </dgm:presLayoutVars>
      </dgm:prSet>
      <dgm:spPr/>
    </dgm:pt>
    <dgm:pt modelId="{D29AF43B-C5DC-4EE9-B673-533EC3B2E4E4}" type="pres">
      <dgm:prSet presAssocID="{31E97FF6-7F13-42DE-8B89-98199BB0031B}" presName="node" presStyleLbl="node1" presStyleIdx="0" presStyleCnt="5">
        <dgm:presLayoutVars>
          <dgm:bulletEnabled val="1"/>
        </dgm:presLayoutVars>
      </dgm:prSet>
      <dgm:spPr/>
    </dgm:pt>
    <dgm:pt modelId="{9436CEE9-2903-46D2-BDF5-9197987A7DA7}" type="pres">
      <dgm:prSet presAssocID="{260CEC1F-8674-4C36-AB9A-129BB5C0DBD5}" presName="sibTrans" presStyleCnt="0"/>
      <dgm:spPr/>
    </dgm:pt>
    <dgm:pt modelId="{D2D6DA30-B546-4BC0-9EDD-76B977BF4669}" type="pres">
      <dgm:prSet presAssocID="{2BBC5FF9-9B09-454B-AEE9-BF95D2A270A4}" presName="node" presStyleLbl="node1" presStyleIdx="1" presStyleCnt="5">
        <dgm:presLayoutVars>
          <dgm:bulletEnabled val="1"/>
        </dgm:presLayoutVars>
      </dgm:prSet>
      <dgm:spPr/>
    </dgm:pt>
    <dgm:pt modelId="{2AFB89C5-69C7-4E7D-B0B4-425A5EDC1993}" type="pres">
      <dgm:prSet presAssocID="{D01CD88D-DE28-4785-9CEF-79F6C0996F48}" presName="sibTrans" presStyleCnt="0"/>
      <dgm:spPr/>
    </dgm:pt>
    <dgm:pt modelId="{D242AF68-6E85-47CC-B140-5D66B228CC20}" type="pres">
      <dgm:prSet presAssocID="{D881C68E-7429-4746-A664-EBBD5A2EA82E}" presName="node" presStyleLbl="node1" presStyleIdx="2" presStyleCnt="5">
        <dgm:presLayoutVars>
          <dgm:bulletEnabled val="1"/>
        </dgm:presLayoutVars>
      </dgm:prSet>
      <dgm:spPr/>
    </dgm:pt>
    <dgm:pt modelId="{9CE5DC94-4F52-441D-954D-F39B42DCCBFA}" type="pres">
      <dgm:prSet presAssocID="{0ED34D34-6ED5-4B21-9258-28AD040C3614}" presName="sibTrans" presStyleCnt="0"/>
      <dgm:spPr/>
    </dgm:pt>
    <dgm:pt modelId="{4F62B5A6-D307-4A5E-92D7-0A42ABBD5EFA}" type="pres">
      <dgm:prSet presAssocID="{1D9DAF52-B76A-4EE4-BFC4-A473087A97B6}" presName="node" presStyleLbl="node1" presStyleIdx="3" presStyleCnt="5">
        <dgm:presLayoutVars>
          <dgm:bulletEnabled val="1"/>
        </dgm:presLayoutVars>
      </dgm:prSet>
      <dgm:spPr/>
    </dgm:pt>
    <dgm:pt modelId="{5370105A-1C45-410B-B9F1-E40094E033BB}" type="pres">
      <dgm:prSet presAssocID="{E025DFC5-8C55-489F-BEA4-01BCB1B57E72}" presName="sibTrans" presStyleCnt="0"/>
      <dgm:spPr/>
    </dgm:pt>
    <dgm:pt modelId="{25B70585-0262-4B14-AAAC-21C36A7AC301}" type="pres">
      <dgm:prSet presAssocID="{EBD09C3F-C63C-4382-93B8-58D2B1A07258}" presName="node" presStyleLbl="node1" presStyleIdx="4" presStyleCnt="5">
        <dgm:presLayoutVars>
          <dgm:bulletEnabled val="1"/>
        </dgm:presLayoutVars>
      </dgm:prSet>
      <dgm:spPr/>
    </dgm:pt>
  </dgm:ptLst>
  <dgm:cxnLst>
    <dgm:cxn modelId="{64C40F03-C879-4CC7-B2D7-1D776D057729}" type="presOf" srcId="{31E97FF6-7F13-42DE-8B89-98199BB0031B}" destId="{D29AF43B-C5DC-4EE9-B673-533EC3B2E4E4}" srcOrd="0" destOrd="0" presId="urn:microsoft.com/office/officeart/2005/8/layout/default"/>
    <dgm:cxn modelId="{10FF7C2B-95AF-401F-82ED-4FF2B6621BC6}" srcId="{FF1BFBA6-27E1-4900-B5AA-6C0F0205B437}" destId="{D881C68E-7429-4746-A664-EBBD5A2EA82E}" srcOrd="2" destOrd="0" parTransId="{5EA05794-41A9-4A54-BA3E-0DCCFC7CF46C}" sibTransId="{0ED34D34-6ED5-4B21-9258-28AD040C3614}"/>
    <dgm:cxn modelId="{21B4C53F-88F6-4E25-A300-825AA25507B6}" srcId="{FF1BFBA6-27E1-4900-B5AA-6C0F0205B437}" destId="{EBD09C3F-C63C-4382-93B8-58D2B1A07258}" srcOrd="4" destOrd="0" parTransId="{402A7342-F34D-4051-922C-C1D4A8ED5AF2}" sibTransId="{65A5DF06-0504-4BCA-80CB-7E943A4E713F}"/>
    <dgm:cxn modelId="{5F3F556C-5BD4-4E96-B29C-A412BB389934}" srcId="{FF1BFBA6-27E1-4900-B5AA-6C0F0205B437}" destId="{2BBC5FF9-9B09-454B-AEE9-BF95D2A270A4}" srcOrd="1" destOrd="0" parTransId="{86E4600F-B710-4020-96EC-1873ADBFA0C5}" sibTransId="{D01CD88D-DE28-4785-9CEF-79F6C0996F48}"/>
    <dgm:cxn modelId="{6567546E-D998-4861-AD15-39D8927876FB}" srcId="{FF1BFBA6-27E1-4900-B5AA-6C0F0205B437}" destId="{1D9DAF52-B76A-4EE4-BFC4-A473087A97B6}" srcOrd="3" destOrd="0" parTransId="{B13522D0-40E5-4A90-9676-834D8293AAE7}" sibTransId="{E025DFC5-8C55-489F-BEA4-01BCB1B57E72}"/>
    <dgm:cxn modelId="{105BCB50-C181-4660-86FA-013ADE45C96B}" srcId="{FF1BFBA6-27E1-4900-B5AA-6C0F0205B437}" destId="{31E97FF6-7F13-42DE-8B89-98199BB0031B}" srcOrd="0" destOrd="0" parTransId="{14845939-314B-4B78-AD0C-6EC6BCC80C0E}" sibTransId="{260CEC1F-8674-4C36-AB9A-129BB5C0DBD5}"/>
    <dgm:cxn modelId="{6C992D52-917F-4CCA-9CC2-7DB5DA5812DC}" type="presOf" srcId="{D881C68E-7429-4746-A664-EBBD5A2EA82E}" destId="{D242AF68-6E85-47CC-B140-5D66B228CC20}" srcOrd="0" destOrd="0" presId="urn:microsoft.com/office/officeart/2005/8/layout/default"/>
    <dgm:cxn modelId="{900F90A8-8D91-4F51-8BEE-579071E2DD85}" type="presOf" srcId="{2BBC5FF9-9B09-454B-AEE9-BF95D2A270A4}" destId="{D2D6DA30-B546-4BC0-9EDD-76B977BF4669}" srcOrd="0" destOrd="0" presId="urn:microsoft.com/office/officeart/2005/8/layout/default"/>
    <dgm:cxn modelId="{925AA1B5-6935-43A3-AD42-5D1F58024308}" type="presOf" srcId="{1D9DAF52-B76A-4EE4-BFC4-A473087A97B6}" destId="{4F62B5A6-D307-4A5E-92D7-0A42ABBD5EFA}" srcOrd="0" destOrd="0" presId="urn:microsoft.com/office/officeart/2005/8/layout/default"/>
    <dgm:cxn modelId="{A4B73FE6-36D4-4D2C-A699-1D5580DFBA59}" type="presOf" srcId="{FF1BFBA6-27E1-4900-B5AA-6C0F0205B437}" destId="{D88F2544-36A0-4ABF-AC25-9D5AFED1E3A7}" srcOrd="0" destOrd="0" presId="urn:microsoft.com/office/officeart/2005/8/layout/default"/>
    <dgm:cxn modelId="{571994F0-8023-41AF-9AD0-87FEF34412CF}" type="presOf" srcId="{EBD09C3F-C63C-4382-93B8-58D2B1A07258}" destId="{25B70585-0262-4B14-AAAC-21C36A7AC301}" srcOrd="0" destOrd="0" presId="urn:microsoft.com/office/officeart/2005/8/layout/default"/>
    <dgm:cxn modelId="{00B6F409-0936-4F3A-8590-8AAB456DAE5B}" type="presParOf" srcId="{D88F2544-36A0-4ABF-AC25-9D5AFED1E3A7}" destId="{D29AF43B-C5DC-4EE9-B673-533EC3B2E4E4}" srcOrd="0" destOrd="0" presId="urn:microsoft.com/office/officeart/2005/8/layout/default"/>
    <dgm:cxn modelId="{8F92A7D9-18CA-49CF-8D3B-FA6880283FCE}" type="presParOf" srcId="{D88F2544-36A0-4ABF-AC25-9D5AFED1E3A7}" destId="{9436CEE9-2903-46D2-BDF5-9197987A7DA7}" srcOrd="1" destOrd="0" presId="urn:microsoft.com/office/officeart/2005/8/layout/default"/>
    <dgm:cxn modelId="{79F7AF16-D5EC-416C-99AA-BDFF3690F26D}" type="presParOf" srcId="{D88F2544-36A0-4ABF-AC25-9D5AFED1E3A7}" destId="{D2D6DA30-B546-4BC0-9EDD-76B977BF4669}" srcOrd="2" destOrd="0" presId="urn:microsoft.com/office/officeart/2005/8/layout/default"/>
    <dgm:cxn modelId="{4CDDFB15-02D0-4D9B-9419-90EF0009CA79}" type="presParOf" srcId="{D88F2544-36A0-4ABF-AC25-9D5AFED1E3A7}" destId="{2AFB89C5-69C7-4E7D-B0B4-425A5EDC1993}" srcOrd="3" destOrd="0" presId="urn:microsoft.com/office/officeart/2005/8/layout/default"/>
    <dgm:cxn modelId="{E4D8F226-3795-4783-A7B0-FBE418F9DEE5}" type="presParOf" srcId="{D88F2544-36A0-4ABF-AC25-9D5AFED1E3A7}" destId="{D242AF68-6E85-47CC-B140-5D66B228CC20}" srcOrd="4" destOrd="0" presId="urn:microsoft.com/office/officeart/2005/8/layout/default"/>
    <dgm:cxn modelId="{6296B8C4-CEC0-40D4-A40F-A67AAA2103E6}" type="presParOf" srcId="{D88F2544-36A0-4ABF-AC25-9D5AFED1E3A7}" destId="{9CE5DC94-4F52-441D-954D-F39B42DCCBFA}" srcOrd="5" destOrd="0" presId="urn:microsoft.com/office/officeart/2005/8/layout/default"/>
    <dgm:cxn modelId="{11C82B41-4DCA-4759-A221-93DDEC80FBA3}" type="presParOf" srcId="{D88F2544-36A0-4ABF-AC25-9D5AFED1E3A7}" destId="{4F62B5A6-D307-4A5E-92D7-0A42ABBD5EFA}" srcOrd="6" destOrd="0" presId="urn:microsoft.com/office/officeart/2005/8/layout/default"/>
    <dgm:cxn modelId="{C6710CDF-5583-477E-9602-FAAFA1C3D14C}" type="presParOf" srcId="{D88F2544-36A0-4ABF-AC25-9D5AFED1E3A7}" destId="{5370105A-1C45-410B-B9F1-E40094E033BB}" srcOrd="7" destOrd="0" presId="urn:microsoft.com/office/officeart/2005/8/layout/default"/>
    <dgm:cxn modelId="{AD766C7E-3FEA-45A3-BF39-18C1684EEBD3}" type="presParOf" srcId="{D88F2544-36A0-4ABF-AC25-9D5AFED1E3A7}" destId="{25B70585-0262-4B14-AAAC-21C36A7AC30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E8F368-8503-42A2-BA34-782EF41EB6B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A34DF557-368F-4C72-B4E5-3208799F4FBA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algn="l" defTabSz="914400" rtl="0" eaLnBrk="1" latinLnBrk="0" hangingPunct="1"/>
          <a:r>
            <a:rPr lang="en-US" sz="1500" b="1" kern="1200" dirty="0">
              <a:solidFill>
                <a:schemeClr val="bg1"/>
              </a:solidFill>
              <a:latin typeface="+mj-lt"/>
              <a:ea typeface="+mn-ea"/>
              <a:cs typeface="+mn-cs"/>
            </a:rPr>
            <a:t>TASK MANAGEMENT</a:t>
          </a:r>
          <a:endParaRPr lang="hu-HU" sz="1500" b="1" kern="1200" dirty="0">
            <a:solidFill>
              <a:schemeClr val="bg1"/>
            </a:solidFill>
            <a:latin typeface="+mj-lt"/>
            <a:ea typeface="+mn-ea"/>
            <a:cs typeface="+mn-cs"/>
          </a:endParaRPr>
        </a:p>
      </dgm:t>
    </dgm:pt>
    <dgm:pt modelId="{937C1651-37BB-4C35-A277-3A0970712F07}" type="parTrans" cxnId="{E47300D8-1399-40A7-83FB-582BEB767D19}">
      <dgm:prSet/>
      <dgm:spPr/>
      <dgm:t>
        <a:bodyPr/>
        <a:lstStyle/>
        <a:p>
          <a:endParaRPr lang="hu-HU" sz="1500"/>
        </a:p>
      </dgm:t>
    </dgm:pt>
    <dgm:pt modelId="{F903C9F2-E390-42F9-AC77-13FF85A32773}" type="sibTrans" cxnId="{E47300D8-1399-40A7-83FB-582BEB767D19}">
      <dgm:prSet/>
      <dgm:spPr/>
      <dgm:t>
        <a:bodyPr/>
        <a:lstStyle/>
        <a:p>
          <a:endParaRPr lang="hu-HU" sz="1500"/>
        </a:p>
      </dgm:t>
    </dgm:pt>
    <dgm:pt modelId="{00C95015-C0E9-4263-8C1A-934B39DDD111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TASK TYPE CATEGORIZATION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95059C29-6911-4DB7-BF9C-EE38B089B83A}" type="parTrans" cxnId="{69CA5597-BA36-4C4C-9A6C-960865F52642}">
      <dgm:prSet/>
      <dgm:spPr/>
      <dgm:t>
        <a:bodyPr/>
        <a:lstStyle/>
        <a:p>
          <a:endParaRPr lang="hu-HU" sz="1500"/>
        </a:p>
      </dgm:t>
    </dgm:pt>
    <dgm:pt modelId="{9BFC4A2D-8883-444E-B001-3AE5D5791F0F}" type="sibTrans" cxnId="{69CA5597-BA36-4C4C-9A6C-960865F52642}">
      <dgm:prSet/>
      <dgm:spPr/>
      <dgm:t>
        <a:bodyPr/>
        <a:lstStyle/>
        <a:p>
          <a:endParaRPr lang="hu-HU" sz="1500"/>
        </a:p>
      </dgm:t>
    </dgm:pt>
    <dgm:pt modelId="{679BA39A-C418-4B0F-ACCC-E79B571D39E7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STATUS TRACKING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FBEC1C16-3D9B-408C-8DBF-ABAEB271B093}" type="parTrans" cxnId="{A9596C18-13DC-4592-9807-66E8D06BD5E4}">
      <dgm:prSet/>
      <dgm:spPr/>
      <dgm:t>
        <a:bodyPr/>
        <a:lstStyle/>
        <a:p>
          <a:endParaRPr lang="hu-HU" sz="1500"/>
        </a:p>
      </dgm:t>
    </dgm:pt>
    <dgm:pt modelId="{86BFE7BF-4355-49EC-A308-AFF5DC60424A}" type="sibTrans" cxnId="{A9596C18-13DC-4592-9807-66E8D06BD5E4}">
      <dgm:prSet/>
      <dgm:spPr/>
      <dgm:t>
        <a:bodyPr/>
        <a:lstStyle/>
        <a:p>
          <a:endParaRPr lang="hu-HU" sz="1500"/>
        </a:p>
      </dgm:t>
    </dgm:pt>
    <dgm:pt modelId="{5298E3A8-0B5D-4253-82B6-411BC3F4C239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AUTHENTICATION SYSTEM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6A4C4943-A9E9-4872-8579-F716EA4BA52B}" type="parTrans" cxnId="{228E2892-8EF5-455B-8745-54C74D6B1EF4}">
      <dgm:prSet/>
      <dgm:spPr/>
      <dgm:t>
        <a:bodyPr/>
        <a:lstStyle/>
        <a:p>
          <a:endParaRPr lang="hu-HU" sz="1500"/>
        </a:p>
      </dgm:t>
    </dgm:pt>
    <dgm:pt modelId="{8102C5B5-1591-4171-8BA5-6AA10AC90D5A}" type="sibTrans" cxnId="{228E2892-8EF5-455B-8745-54C74D6B1EF4}">
      <dgm:prSet/>
      <dgm:spPr/>
      <dgm:t>
        <a:bodyPr/>
        <a:lstStyle/>
        <a:p>
          <a:endParaRPr lang="hu-HU" sz="1500"/>
        </a:p>
      </dgm:t>
    </dgm:pt>
    <dgm:pt modelId="{BB8820B6-6D0C-4EC2-867F-3B529FE35CA7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DEADLINE MANAGEMENT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8FA71665-E833-491F-8241-492E86F72B3B}" type="parTrans" cxnId="{D0610A26-4485-41E1-A4C8-11A0BD98ED2C}">
      <dgm:prSet/>
      <dgm:spPr/>
      <dgm:t>
        <a:bodyPr/>
        <a:lstStyle/>
        <a:p>
          <a:endParaRPr lang="hu-HU" sz="1500"/>
        </a:p>
      </dgm:t>
    </dgm:pt>
    <dgm:pt modelId="{C000359D-A199-41EB-867D-953FAA04CD60}" type="sibTrans" cxnId="{D0610A26-4485-41E1-A4C8-11A0BD98ED2C}">
      <dgm:prSet/>
      <dgm:spPr/>
      <dgm:t>
        <a:bodyPr/>
        <a:lstStyle/>
        <a:p>
          <a:endParaRPr lang="hu-HU" sz="1500"/>
        </a:p>
      </dgm:t>
    </dgm:pt>
    <dgm:pt modelId="{46898729-7551-4EE8-B80B-AA6C0F2E26F0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AUTOMATED TASK EXPIRATION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56F83842-EA77-4BF8-B558-0C776BD792FF}" type="parTrans" cxnId="{D22027F3-4BCE-4AB9-9A38-EF66DC9676AD}">
      <dgm:prSet/>
      <dgm:spPr/>
      <dgm:t>
        <a:bodyPr/>
        <a:lstStyle/>
        <a:p>
          <a:endParaRPr lang="hu-HU" sz="1500"/>
        </a:p>
      </dgm:t>
    </dgm:pt>
    <dgm:pt modelId="{E7C61B48-F211-4E19-8F65-4DADA2EFEDB3}" type="sibTrans" cxnId="{D22027F3-4BCE-4AB9-9A38-EF66DC9676AD}">
      <dgm:prSet/>
      <dgm:spPr/>
      <dgm:t>
        <a:bodyPr/>
        <a:lstStyle/>
        <a:p>
          <a:endParaRPr lang="hu-HU" sz="1500"/>
        </a:p>
      </dgm:t>
    </dgm:pt>
    <dgm:pt modelId="{DB8FF0FE-6A99-490C-B976-BA846A081A6A}">
      <dgm:prSet phldrT="[Szöveg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USER-SPECIFIC SECURE DATA STORAGE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C7123CD2-9754-4436-9E0A-269F2E68A746}" type="parTrans" cxnId="{2D60C8C0-46E8-451D-8F36-BD944F8B710E}">
      <dgm:prSet/>
      <dgm:spPr/>
      <dgm:t>
        <a:bodyPr/>
        <a:lstStyle/>
        <a:p>
          <a:endParaRPr lang="hu-HU" sz="1500"/>
        </a:p>
      </dgm:t>
    </dgm:pt>
    <dgm:pt modelId="{B5EB62FE-FEF9-48F1-A275-6DB1F34C134B}" type="sibTrans" cxnId="{2D60C8C0-46E8-451D-8F36-BD944F8B710E}">
      <dgm:prSet/>
      <dgm:spPr/>
      <dgm:t>
        <a:bodyPr/>
        <a:lstStyle/>
        <a:p>
          <a:endParaRPr lang="hu-HU" sz="1500"/>
        </a:p>
      </dgm:t>
    </dgm:pt>
    <dgm:pt modelId="{09ED8DA6-D6DB-43E7-B2AE-F36C356B4106}" type="pres">
      <dgm:prSet presAssocID="{3DE8F368-8503-42A2-BA34-782EF41EB6BE}" presName="linear" presStyleCnt="0">
        <dgm:presLayoutVars>
          <dgm:dir/>
          <dgm:animLvl val="lvl"/>
          <dgm:resizeHandles val="exact"/>
        </dgm:presLayoutVars>
      </dgm:prSet>
      <dgm:spPr/>
    </dgm:pt>
    <dgm:pt modelId="{ED9161F6-DE2A-46BD-8984-37EDCA16A876}" type="pres">
      <dgm:prSet presAssocID="{A34DF557-368F-4C72-B4E5-3208799F4FBA}" presName="parentLin" presStyleCnt="0"/>
      <dgm:spPr/>
    </dgm:pt>
    <dgm:pt modelId="{8F247B4C-BBFE-4476-8555-708FBA447DDA}" type="pres">
      <dgm:prSet presAssocID="{A34DF557-368F-4C72-B4E5-3208799F4FBA}" presName="parentLeftMargin" presStyleLbl="node1" presStyleIdx="0" presStyleCnt="7"/>
      <dgm:spPr/>
    </dgm:pt>
    <dgm:pt modelId="{BCA2B708-1A3F-4C19-8DBB-6A5F7EE201E7}" type="pres">
      <dgm:prSet presAssocID="{A34DF557-368F-4C72-B4E5-3208799F4FB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C9D7AC0-8B9F-42BA-88B5-92A12B176201}" type="pres">
      <dgm:prSet presAssocID="{A34DF557-368F-4C72-B4E5-3208799F4FBA}" presName="negativeSpace" presStyleCnt="0"/>
      <dgm:spPr/>
    </dgm:pt>
    <dgm:pt modelId="{7F1512CB-EC5A-421A-A8B5-A328BD51A42A}" type="pres">
      <dgm:prSet presAssocID="{A34DF557-368F-4C72-B4E5-3208799F4FBA}" presName="childText" presStyleLbl="conFgAcc1" presStyleIdx="0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C2626EB2-B981-4C48-833C-172B9347866B}" type="pres">
      <dgm:prSet presAssocID="{F903C9F2-E390-42F9-AC77-13FF85A32773}" presName="spaceBetweenRectangles" presStyleCnt="0"/>
      <dgm:spPr/>
    </dgm:pt>
    <dgm:pt modelId="{3D0C5706-3150-4C1D-9846-3F0205CC81A1}" type="pres">
      <dgm:prSet presAssocID="{00C95015-C0E9-4263-8C1A-934B39DDD111}" presName="parentLin" presStyleCnt="0"/>
      <dgm:spPr/>
    </dgm:pt>
    <dgm:pt modelId="{25C23021-D460-4512-8926-BB4D145B7F8C}" type="pres">
      <dgm:prSet presAssocID="{00C95015-C0E9-4263-8C1A-934B39DDD111}" presName="parentLeftMargin" presStyleLbl="node1" presStyleIdx="0" presStyleCnt="7"/>
      <dgm:spPr/>
    </dgm:pt>
    <dgm:pt modelId="{CD626582-6CB9-40A0-AF17-2E9E5A92AD76}" type="pres">
      <dgm:prSet presAssocID="{00C95015-C0E9-4263-8C1A-934B39DDD11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2DC9FEF-A9AB-4392-9D83-CC22ECE4A3F4}" type="pres">
      <dgm:prSet presAssocID="{00C95015-C0E9-4263-8C1A-934B39DDD111}" presName="negativeSpace" presStyleCnt="0"/>
      <dgm:spPr/>
    </dgm:pt>
    <dgm:pt modelId="{BD6AFD04-4FD9-451D-A4F0-3734289A45F8}" type="pres">
      <dgm:prSet presAssocID="{00C95015-C0E9-4263-8C1A-934B39DDD111}" presName="childText" presStyleLbl="conFgAcc1" presStyleIdx="1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C6F27796-4450-4805-8BF6-5ABA702D77DE}" type="pres">
      <dgm:prSet presAssocID="{9BFC4A2D-8883-444E-B001-3AE5D5791F0F}" presName="spaceBetweenRectangles" presStyleCnt="0"/>
      <dgm:spPr/>
    </dgm:pt>
    <dgm:pt modelId="{27470E46-E095-4A47-98DF-E4958645DEA0}" type="pres">
      <dgm:prSet presAssocID="{679BA39A-C418-4B0F-ACCC-E79B571D39E7}" presName="parentLin" presStyleCnt="0"/>
      <dgm:spPr/>
    </dgm:pt>
    <dgm:pt modelId="{7BFE2107-66A7-416A-BD57-A5DBE81B29C4}" type="pres">
      <dgm:prSet presAssocID="{679BA39A-C418-4B0F-ACCC-E79B571D39E7}" presName="parentLeftMargin" presStyleLbl="node1" presStyleIdx="1" presStyleCnt="7"/>
      <dgm:spPr/>
    </dgm:pt>
    <dgm:pt modelId="{99ECDACF-2815-453F-B99C-FD87B64F3983}" type="pres">
      <dgm:prSet presAssocID="{679BA39A-C418-4B0F-ACCC-E79B571D39E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74C15B-F4A7-46C8-A12A-DF5F5387E95C}" type="pres">
      <dgm:prSet presAssocID="{679BA39A-C418-4B0F-ACCC-E79B571D39E7}" presName="negativeSpace" presStyleCnt="0"/>
      <dgm:spPr/>
    </dgm:pt>
    <dgm:pt modelId="{FD28A59D-B62E-442B-B6F1-DA76CA3E6134}" type="pres">
      <dgm:prSet presAssocID="{679BA39A-C418-4B0F-ACCC-E79B571D39E7}" presName="childText" presStyleLbl="conFgAcc1" presStyleIdx="2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1CF1FA5E-0163-41A4-9DD5-62A35C9B7D21}" type="pres">
      <dgm:prSet presAssocID="{86BFE7BF-4355-49EC-A308-AFF5DC60424A}" presName="spaceBetweenRectangles" presStyleCnt="0"/>
      <dgm:spPr/>
    </dgm:pt>
    <dgm:pt modelId="{E07ED5B8-7C08-4CEA-8148-381A421FE1A9}" type="pres">
      <dgm:prSet presAssocID="{5298E3A8-0B5D-4253-82B6-411BC3F4C239}" presName="parentLin" presStyleCnt="0"/>
      <dgm:spPr/>
    </dgm:pt>
    <dgm:pt modelId="{C0712CE8-A5F1-420C-870E-96730F424527}" type="pres">
      <dgm:prSet presAssocID="{5298E3A8-0B5D-4253-82B6-411BC3F4C239}" presName="parentLeftMargin" presStyleLbl="node1" presStyleIdx="2" presStyleCnt="7"/>
      <dgm:spPr/>
    </dgm:pt>
    <dgm:pt modelId="{6C173EED-5331-42DB-8553-E8D5F0E96DBB}" type="pres">
      <dgm:prSet presAssocID="{5298E3A8-0B5D-4253-82B6-411BC3F4C23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AAF3D31-4377-4C1A-8059-4C57BBC03F47}" type="pres">
      <dgm:prSet presAssocID="{5298E3A8-0B5D-4253-82B6-411BC3F4C239}" presName="negativeSpace" presStyleCnt="0"/>
      <dgm:spPr/>
    </dgm:pt>
    <dgm:pt modelId="{8F6BBCCF-0A74-47CB-90A0-E7B548C6E9FC}" type="pres">
      <dgm:prSet presAssocID="{5298E3A8-0B5D-4253-82B6-411BC3F4C239}" presName="childText" presStyleLbl="conFgAcc1" presStyleIdx="3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18AAE76E-0E2A-43B0-8451-A5D401A5E939}" type="pres">
      <dgm:prSet presAssocID="{8102C5B5-1591-4171-8BA5-6AA10AC90D5A}" presName="spaceBetweenRectangles" presStyleCnt="0"/>
      <dgm:spPr/>
    </dgm:pt>
    <dgm:pt modelId="{681E52AF-A37A-4ED3-A78D-4E70BEC98501}" type="pres">
      <dgm:prSet presAssocID="{BB8820B6-6D0C-4EC2-867F-3B529FE35CA7}" presName="parentLin" presStyleCnt="0"/>
      <dgm:spPr/>
    </dgm:pt>
    <dgm:pt modelId="{89315092-C364-4A33-8DBD-D11A1EA5D8EE}" type="pres">
      <dgm:prSet presAssocID="{BB8820B6-6D0C-4EC2-867F-3B529FE35CA7}" presName="parentLeftMargin" presStyleLbl="node1" presStyleIdx="3" presStyleCnt="7"/>
      <dgm:spPr/>
    </dgm:pt>
    <dgm:pt modelId="{EC2733BE-70F9-4BC1-870E-6ECF64CFAF19}" type="pres">
      <dgm:prSet presAssocID="{BB8820B6-6D0C-4EC2-867F-3B529FE35CA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601B523-E053-4B37-BA5F-75B19DB2C2A0}" type="pres">
      <dgm:prSet presAssocID="{BB8820B6-6D0C-4EC2-867F-3B529FE35CA7}" presName="negativeSpace" presStyleCnt="0"/>
      <dgm:spPr/>
    </dgm:pt>
    <dgm:pt modelId="{A9BFC83E-F5F9-4387-B93E-40ACC0C34196}" type="pres">
      <dgm:prSet presAssocID="{BB8820B6-6D0C-4EC2-867F-3B529FE35CA7}" presName="childText" presStyleLbl="conFgAcc1" presStyleIdx="4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2BEE3586-1F13-4251-B8E8-4193CB182BE8}" type="pres">
      <dgm:prSet presAssocID="{C000359D-A199-41EB-867D-953FAA04CD60}" presName="spaceBetweenRectangles" presStyleCnt="0"/>
      <dgm:spPr/>
    </dgm:pt>
    <dgm:pt modelId="{9921CFAD-1FFC-429E-A0F7-6FEC4A20A97E}" type="pres">
      <dgm:prSet presAssocID="{46898729-7551-4EE8-B80B-AA6C0F2E26F0}" presName="parentLin" presStyleCnt="0"/>
      <dgm:spPr/>
    </dgm:pt>
    <dgm:pt modelId="{F848E2C9-3437-42F5-B504-CB2EF5ABC136}" type="pres">
      <dgm:prSet presAssocID="{46898729-7551-4EE8-B80B-AA6C0F2E26F0}" presName="parentLeftMargin" presStyleLbl="node1" presStyleIdx="4" presStyleCnt="7"/>
      <dgm:spPr/>
    </dgm:pt>
    <dgm:pt modelId="{7E8F524B-CC90-402C-88EF-10339BA110F7}" type="pres">
      <dgm:prSet presAssocID="{46898729-7551-4EE8-B80B-AA6C0F2E26F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5895D77-6550-4D37-B8D6-02B6E879F502}" type="pres">
      <dgm:prSet presAssocID="{46898729-7551-4EE8-B80B-AA6C0F2E26F0}" presName="negativeSpace" presStyleCnt="0"/>
      <dgm:spPr/>
    </dgm:pt>
    <dgm:pt modelId="{46F4CC50-547A-4798-A28A-0462067FD673}" type="pres">
      <dgm:prSet presAssocID="{46898729-7551-4EE8-B80B-AA6C0F2E26F0}" presName="childText" presStyleLbl="conFgAcc1" presStyleIdx="5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F71FE726-77B2-4D34-B6E6-0F9A90540C13}" type="pres">
      <dgm:prSet presAssocID="{E7C61B48-F211-4E19-8F65-4DADA2EFEDB3}" presName="spaceBetweenRectangles" presStyleCnt="0"/>
      <dgm:spPr/>
    </dgm:pt>
    <dgm:pt modelId="{5C5D5D26-6AFB-43E4-9AE7-4DAA787587DE}" type="pres">
      <dgm:prSet presAssocID="{DB8FF0FE-6A99-490C-B976-BA846A081A6A}" presName="parentLin" presStyleCnt="0"/>
      <dgm:spPr/>
    </dgm:pt>
    <dgm:pt modelId="{A14E7CF7-259F-4560-97C7-29F5E3862DB4}" type="pres">
      <dgm:prSet presAssocID="{DB8FF0FE-6A99-490C-B976-BA846A081A6A}" presName="parentLeftMargin" presStyleLbl="node1" presStyleIdx="5" presStyleCnt="7"/>
      <dgm:spPr/>
    </dgm:pt>
    <dgm:pt modelId="{A613C2E9-4F3D-48C9-BCF5-C59BA7F8B160}" type="pres">
      <dgm:prSet presAssocID="{DB8FF0FE-6A99-490C-B976-BA846A081A6A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D95E7C03-2FF2-43B8-B2ED-A7E47E0FC003}" type="pres">
      <dgm:prSet presAssocID="{DB8FF0FE-6A99-490C-B976-BA846A081A6A}" presName="negativeSpace" presStyleCnt="0"/>
      <dgm:spPr/>
    </dgm:pt>
    <dgm:pt modelId="{8BA0A6BE-8DE3-4F28-8814-20F2DB292D73}" type="pres">
      <dgm:prSet presAssocID="{DB8FF0FE-6A99-490C-B976-BA846A081A6A}" presName="childText" presStyleLbl="conFgAcc1" presStyleIdx="6" presStyleCnt="7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</dgm:ptLst>
  <dgm:cxnLst>
    <dgm:cxn modelId="{855ED201-A93D-481E-9E8B-050C6250DAC6}" type="presOf" srcId="{46898729-7551-4EE8-B80B-AA6C0F2E26F0}" destId="{F848E2C9-3437-42F5-B504-CB2EF5ABC136}" srcOrd="0" destOrd="0" presId="urn:microsoft.com/office/officeart/2005/8/layout/list1"/>
    <dgm:cxn modelId="{A9596C18-13DC-4592-9807-66E8D06BD5E4}" srcId="{3DE8F368-8503-42A2-BA34-782EF41EB6BE}" destId="{679BA39A-C418-4B0F-ACCC-E79B571D39E7}" srcOrd="2" destOrd="0" parTransId="{FBEC1C16-3D9B-408C-8DBF-ABAEB271B093}" sibTransId="{86BFE7BF-4355-49EC-A308-AFF5DC60424A}"/>
    <dgm:cxn modelId="{93C7E419-FF46-4375-A98A-C4A4F00DC31D}" type="presOf" srcId="{DB8FF0FE-6A99-490C-B976-BA846A081A6A}" destId="{A14E7CF7-259F-4560-97C7-29F5E3862DB4}" srcOrd="0" destOrd="0" presId="urn:microsoft.com/office/officeart/2005/8/layout/list1"/>
    <dgm:cxn modelId="{D0610A26-4485-41E1-A4C8-11A0BD98ED2C}" srcId="{3DE8F368-8503-42A2-BA34-782EF41EB6BE}" destId="{BB8820B6-6D0C-4EC2-867F-3B529FE35CA7}" srcOrd="4" destOrd="0" parTransId="{8FA71665-E833-491F-8241-492E86F72B3B}" sibTransId="{C000359D-A199-41EB-867D-953FAA04CD60}"/>
    <dgm:cxn modelId="{5C735633-C6AF-4328-AD21-D996D597B6CF}" type="presOf" srcId="{DB8FF0FE-6A99-490C-B976-BA846A081A6A}" destId="{A613C2E9-4F3D-48C9-BCF5-C59BA7F8B160}" srcOrd="1" destOrd="0" presId="urn:microsoft.com/office/officeart/2005/8/layout/list1"/>
    <dgm:cxn modelId="{7F10175F-0A12-4BAA-8631-040FCCF7001D}" type="presOf" srcId="{BB8820B6-6D0C-4EC2-867F-3B529FE35CA7}" destId="{EC2733BE-70F9-4BC1-870E-6ECF64CFAF19}" srcOrd="1" destOrd="0" presId="urn:microsoft.com/office/officeart/2005/8/layout/list1"/>
    <dgm:cxn modelId="{B68AAD46-BB0E-45FA-ACF6-79B58FDA623F}" type="presOf" srcId="{679BA39A-C418-4B0F-ACCC-E79B571D39E7}" destId="{7BFE2107-66A7-416A-BD57-A5DBE81B29C4}" srcOrd="0" destOrd="0" presId="urn:microsoft.com/office/officeart/2005/8/layout/list1"/>
    <dgm:cxn modelId="{7FCC1A67-0EEB-4DF3-9995-E97311CB8942}" type="presOf" srcId="{BB8820B6-6D0C-4EC2-867F-3B529FE35CA7}" destId="{89315092-C364-4A33-8DBD-D11A1EA5D8EE}" srcOrd="0" destOrd="0" presId="urn:microsoft.com/office/officeart/2005/8/layout/list1"/>
    <dgm:cxn modelId="{228E2892-8EF5-455B-8745-54C74D6B1EF4}" srcId="{3DE8F368-8503-42A2-BA34-782EF41EB6BE}" destId="{5298E3A8-0B5D-4253-82B6-411BC3F4C239}" srcOrd="3" destOrd="0" parTransId="{6A4C4943-A9E9-4872-8579-F716EA4BA52B}" sibTransId="{8102C5B5-1591-4171-8BA5-6AA10AC90D5A}"/>
    <dgm:cxn modelId="{69CA5597-BA36-4C4C-9A6C-960865F52642}" srcId="{3DE8F368-8503-42A2-BA34-782EF41EB6BE}" destId="{00C95015-C0E9-4263-8C1A-934B39DDD111}" srcOrd="1" destOrd="0" parTransId="{95059C29-6911-4DB7-BF9C-EE38B089B83A}" sibTransId="{9BFC4A2D-8883-444E-B001-3AE5D5791F0F}"/>
    <dgm:cxn modelId="{04789B9D-93A3-45FA-ABAD-5B4B49E26557}" type="presOf" srcId="{A34DF557-368F-4C72-B4E5-3208799F4FBA}" destId="{8F247B4C-BBFE-4476-8555-708FBA447DDA}" srcOrd="0" destOrd="0" presId="urn:microsoft.com/office/officeart/2005/8/layout/list1"/>
    <dgm:cxn modelId="{A80D97A5-7DAF-408B-A205-041BAA9524C1}" type="presOf" srcId="{46898729-7551-4EE8-B80B-AA6C0F2E26F0}" destId="{7E8F524B-CC90-402C-88EF-10339BA110F7}" srcOrd="1" destOrd="0" presId="urn:microsoft.com/office/officeart/2005/8/layout/list1"/>
    <dgm:cxn modelId="{050140B1-0033-40CE-9F4F-80993C39AA4E}" type="presOf" srcId="{3DE8F368-8503-42A2-BA34-782EF41EB6BE}" destId="{09ED8DA6-D6DB-43E7-B2AE-F36C356B4106}" srcOrd="0" destOrd="0" presId="urn:microsoft.com/office/officeart/2005/8/layout/list1"/>
    <dgm:cxn modelId="{779EEDBE-DAA5-42C7-88A3-464F54CD5DAF}" type="presOf" srcId="{00C95015-C0E9-4263-8C1A-934B39DDD111}" destId="{CD626582-6CB9-40A0-AF17-2E9E5A92AD76}" srcOrd="1" destOrd="0" presId="urn:microsoft.com/office/officeart/2005/8/layout/list1"/>
    <dgm:cxn modelId="{2D60C8C0-46E8-451D-8F36-BD944F8B710E}" srcId="{3DE8F368-8503-42A2-BA34-782EF41EB6BE}" destId="{DB8FF0FE-6A99-490C-B976-BA846A081A6A}" srcOrd="6" destOrd="0" parTransId="{C7123CD2-9754-4436-9E0A-269F2E68A746}" sibTransId="{B5EB62FE-FEF9-48F1-A275-6DB1F34C134B}"/>
    <dgm:cxn modelId="{DA5F32D3-8FF3-4385-B587-EBBBAA7E9FFD}" type="presOf" srcId="{00C95015-C0E9-4263-8C1A-934B39DDD111}" destId="{25C23021-D460-4512-8926-BB4D145B7F8C}" srcOrd="0" destOrd="0" presId="urn:microsoft.com/office/officeart/2005/8/layout/list1"/>
    <dgm:cxn modelId="{E47300D8-1399-40A7-83FB-582BEB767D19}" srcId="{3DE8F368-8503-42A2-BA34-782EF41EB6BE}" destId="{A34DF557-368F-4C72-B4E5-3208799F4FBA}" srcOrd="0" destOrd="0" parTransId="{937C1651-37BB-4C35-A277-3A0970712F07}" sibTransId="{F903C9F2-E390-42F9-AC77-13FF85A32773}"/>
    <dgm:cxn modelId="{9115E4E1-9ED5-4FF3-A6C6-CC46BF7E553A}" type="presOf" srcId="{679BA39A-C418-4B0F-ACCC-E79B571D39E7}" destId="{99ECDACF-2815-453F-B99C-FD87B64F3983}" srcOrd="1" destOrd="0" presId="urn:microsoft.com/office/officeart/2005/8/layout/list1"/>
    <dgm:cxn modelId="{E5F442E4-B52D-4206-9FEF-03A93A71CEFF}" type="presOf" srcId="{5298E3A8-0B5D-4253-82B6-411BC3F4C239}" destId="{6C173EED-5331-42DB-8553-E8D5F0E96DBB}" srcOrd="1" destOrd="0" presId="urn:microsoft.com/office/officeart/2005/8/layout/list1"/>
    <dgm:cxn modelId="{6C1671EA-56F3-4295-86FF-5FEBC6599909}" type="presOf" srcId="{A34DF557-368F-4C72-B4E5-3208799F4FBA}" destId="{BCA2B708-1A3F-4C19-8DBB-6A5F7EE201E7}" srcOrd="1" destOrd="0" presId="urn:microsoft.com/office/officeart/2005/8/layout/list1"/>
    <dgm:cxn modelId="{BDEFA8EB-FB40-4FEA-BC32-9C7E75A54EE3}" type="presOf" srcId="{5298E3A8-0B5D-4253-82B6-411BC3F4C239}" destId="{C0712CE8-A5F1-420C-870E-96730F424527}" srcOrd="0" destOrd="0" presId="urn:microsoft.com/office/officeart/2005/8/layout/list1"/>
    <dgm:cxn modelId="{D22027F3-4BCE-4AB9-9A38-EF66DC9676AD}" srcId="{3DE8F368-8503-42A2-BA34-782EF41EB6BE}" destId="{46898729-7551-4EE8-B80B-AA6C0F2E26F0}" srcOrd="5" destOrd="0" parTransId="{56F83842-EA77-4BF8-B558-0C776BD792FF}" sibTransId="{E7C61B48-F211-4E19-8F65-4DADA2EFEDB3}"/>
    <dgm:cxn modelId="{0E1AF194-75E4-4C7E-9628-EB714E8AE723}" type="presParOf" srcId="{09ED8DA6-D6DB-43E7-B2AE-F36C356B4106}" destId="{ED9161F6-DE2A-46BD-8984-37EDCA16A876}" srcOrd="0" destOrd="0" presId="urn:microsoft.com/office/officeart/2005/8/layout/list1"/>
    <dgm:cxn modelId="{C016858D-B61F-464B-9E12-267B9DE0C9E2}" type="presParOf" srcId="{ED9161F6-DE2A-46BD-8984-37EDCA16A876}" destId="{8F247B4C-BBFE-4476-8555-708FBA447DDA}" srcOrd="0" destOrd="0" presId="urn:microsoft.com/office/officeart/2005/8/layout/list1"/>
    <dgm:cxn modelId="{1E98AE71-75C2-4BCC-A3CB-388C41486711}" type="presParOf" srcId="{ED9161F6-DE2A-46BD-8984-37EDCA16A876}" destId="{BCA2B708-1A3F-4C19-8DBB-6A5F7EE201E7}" srcOrd="1" destOrd="0" presId="urn:microsoft.com/office/officeart/2005/8/layout/list1"/>
    <dgm:cxn modelId="{B3D6EA8C-63D6-4149-877A-FF63D13457F1}" type="presParOf" srcId="{09ED8DA6-D6DB-43E7-B2AE-F36C356B4106}" destId="{6C9D7AC0-8B9F-42BA-88B5-92A12B176201}" srcOrd="1" destOrd="0" presId="urn:microsoft.com/office/officeart/2005/8/layout/list1"/>
    <dgm:cxn modelId="{A34D0ACE-D972-4CA0-BFCB-7E83C35B7E3B}" type="presParOf" srcId="{09ED8DA6-D6DB-43E7-B2AE-F36C356B4106}" destId="{7F1512CB-EC5A-421A-A8B5-A328BD51A42A}" srcOrd="2" destOrd="0" presId="urn:microsoft.com/office/officeart/2005/8/layout/list1"/>
    <dgm:cxn modelId="{68A23AE6-BA9F-4DB9-B453-E96F10A17BEC}" type="presParOf" srcId="{09ED8DA6-D6DB-43E7-B2AE-F36C356B4106}" destId="{C2626EB2-B981-4C48-833C-172B9347866B}" srcOrd="3" destOrd="0" presId="urn:microsoft.com/office/officeart/2005/8/layout/list1"/>
    <dgm:cxn modelId="{4DF9BDFE-A699-4468-9AAB-421F8A87C063}" type="presParOf" srcId="{09ED8DA6-D6DB-43E7-B2AE-F36C356B4106}" destId="{3D0C5706-3150-4C1D-9846-3F0205CC81A1}" srcOrd="4" destOrd="0" presId="urn:microsoft.com/office/officeart/2005/8/layout/list1"/>
    <dgm:cxn modelId="{9BD818E1-830A-42F9-8322-BFE0842482A9}" type="presParOf" srcId="{3D0C5706-3150-4C1D-9846-3F0205CC81A1}" destId="{25C23021-D460-4512-8926-BB4D145B7F8C}" srcOrd="0" destOrd="0" presId="urn:microsoft.com/office/officeart/2005/8/layout/list1"/>
    <dgm:cxn modelId="{66BBDA4E-F549-46C2-AE48-2E456A7EA19F}" type="presParOf" srcId="{3D0C5706-3150-4C1D-9846-3F0205CC81A1}" destId="{CD626582-6CB9-40A0-AF17-2E9E5A92AD76}" srcOrd="1" destOrd="0" presId="urn:microsoft.com/office/officeart/2005/8/layout/list1"/>
    <dgm:cxn modelId="{4DA82BB7-96FF-4397-B92A-B1ACA4C2F3FA}" type="presParOf" srcId="{09ED8DA6-D6DB-43E7-B2AE-F36C356B4106}" destId="{12DC9FEF-A9AB-4392-9D83-CC22ECE4A3F4}" srcOrd="5" destOrd="0" presId="urn:microsoft.com/office/officeart/2005/8/layout/list1"/>
    <dgm:cxn modelId="{86AB87D2-E12C-4D91-9A3A-15AB0A4A73ED}" type="presParOf" srcId="{09ED8DA6-D6DB-43E7-B2AE-F36C356B4106}" destId="{BD6AFD04-4FD9-451D-A4F0-3734289A45F8}" srcOrd="6" destOrd="0" presId="urn:microsoft.com/office/officeart/2005/8/layout/list1"/>
    <dgm:cxn modelId="{487B8863-C1C1-4D43-8C34-BC12C4A35097}" type="presParOf" srcId="{09ED8DA6-D6DB-43E7-B2AE-F36C356B4106}" destId="{C6F27796-4450-4805-8BF6-5ABA702D77DE}" srcOrd="7" destOrd="0" presId="urn:microsoft.com/office/officeart/2005/8/layout/list1"/>
    <dgm:cxn modelId="{6AD84F92-7AA6-422D-BE3B-FAEB05F6264C}" type="presParOf" srcId="{09ED8DA6-D6DB-43E7-B2AE-F36C356B4106}" destId="{27470E46-E095-4A47-98DF-E4958645DEA0}" srcOrd="8" destOrd="0" presId="urn:microsoft.com/office/officeart/2005/8/layout/list1"/>
    <dgm:cxn modelId="{28D4667A-1B14-4F88-8834-35DAB720E604}" type="presParOf" srcId="{27470E46-E095-4A47-98DF-E4958645DEA0}" destId="{7BFE2107-66A7-416A-BD57-A5DBE81B29C4}" srcOrd="0" destOrd="0" presId="urn:microsoft.com/office/officeart/2005/8/layout/list1"/>
    <dgm:cxn modelId="{1C7732FA-7E5D-4E9D-AAE9-5C95F4172AFB}" type="presParOf" srcId="{27470E46-E095-4A47-98DF-E4958645DEA0}" destId="{99ECDACF-2815-453F-B99C-FD87B64F3983}" srcOrd="1" destOrd="0" presId="urn:microsoft.com/office/officeart/2005/8/layout/list1"/>
    <dgm:cxn modelId="{FE3EA670-4692-483E-B8D1-5149198CD8ED}" type="presParOf" srcId="{09ED8DA6-D6DB-43E7-B2AE-F36C356B4106}" destId="{5474C15B-F4A7-46C8-A12A-DF5F5387E95C}" srcOrd="9" destOrd="0" presId="urn:microsoft.com/office/officeart/2005/8/layout/list1"/>
    <dgm:cxn modelId="{F2346C4D-6342-4E2E-A29C-9D0ACD2FC209}" type="presParOf" srcId="{09ED8DA6-D6DB-43E7-B2AE-F36C356B4106}" destId="{FD28A59D-B62E-442B-B6F1-DA76CA3E6134}" srcOrd="10" destOrd="0" presId="urn:microsoft.com/office/officeart/2005/8/layout/list1"/>
    <dgm:cxn modelId="{9A7B9B8E-413D-465F-9B7D-202A28C86782}" type="presParOf" srcId="{09ED8DA6-D6DB-43E7-B2AE-F36C356B4106}" destId="{1CF1FA5E-0163-41A4-9DD5-62A35C9B7D21}" srcOrd="11" destOrd="0" presId="urn:microsoft.com/office/officeart/2005/8/layout/list1"/>
    <dgm:cxn modelId="{971891C9-0BBF-4DC4-9DEE-52655C9533BB}" type="presParOf" srcId="{09ED8DA6-D6DB-43E7-B2AE-F36C356B4106}" destId="{E07ED5B8-7C08-4CEA-8148-381A421FE1A9}" srcOrd="12" destOrd="0" presId="urn:microsoft.com/office/officeart/2005/8/layout/list1"/>
    <dgm:cxn modelId="{F9F863F0-03FE-4012-930B-CE5EA904CB6B}" type="presParOf" srcId="{E07ED5B8-7C08-4CEA-8148-381A421FE1A9}" destId="{C0712CE8-A5F1-420C-870E-96730F424527}" srcOrd="0" destOrd="0" presId="urn:microsoft.com/office/officeart/2005/8/layout/list1"/>
    <dgm:cxn modelId="{CD1D795E-3071-439E-AB9B-4FFDFB6B4296}" type="presParOf" srcId="{E07ED5B8-7C08-4CEA-8148-381A421FE1A9}" destId="{6C173EED-5331-42DB-8553-E8D5F0E96DBB}" srcOrd="1" destOrd="0" presId="urn:microsoft.com/office/officeart/2005/8/layout/list1"/>
    <dgm:cxn modelId="{9E4EDB48-2FEE-4165-912C-5F5DDDB22EDD}" type="presParOf" srcId="{09ED8DA6-D6DB-43E7-B2AE-F36C356B4106}" destId="{8AAF3D31-4377-4C1A-8059-4C57BBC03F47}" srcOrd="13" destOrd="0" presId="urn:microsoft.com/office/officeart/2005/8/layout/list1"/>
    <dgm:cxn modelId="{35EE2482-4B31-4D3E-997C-6655770C9952}" type="presParOf" srcId="{09ED8DA6-D6DB-43E7-B2AE-F36C356B4106}" destId="{8F6BBCCF-0A74-47CB-90A0-E7B548C6E9FC}" srcOrd="14" destOrd="0" presId="urn:microsoft.com/office/officeart/2005/8/layout/list1"/>
    <dgm:cxn modelId="{08E53EC5-2D1F-469D-8A50-31DEFB493717}" type="presParOf" srcId="{09ED8DA6-D6DB-43E7-B2AE-F36C356B4106}" destId="{18AAE76E-0E2A-43B0-8451-A5D401A5E939}" srcOrd="15" destOrd="0" presId="urn:microsoft.com/office/officeart/2005/8/layout/list1"/>
    <dgm:cxn modelId="{9C7AE942-882E-4602-B1A2-D8B37E844922}" type="presParOf" srcId="{09ED8DA6-D6DB-43E7-B2AE-F36C356B4106}" destId="{681E52AF-A37A-4ED3-A78D-4E70BEC98501}" srcOrd="16" destOrd="0" presId="urn:microsoft.com/office/officeart/2005/8/layout/list1"/>
    <dgm:cxn modelId="{49B8EEE7-D9C3-4D13-9F89-71467C3DB20A}" type="presParOf" srcId="{681E52AF-A37A-4ED3-A78D-4E70BEC98501}" destId="{89315092-C364-4A33-8DBD-D11A1EA5D8EE}" srcOrd="0" destOrd="0" presId="urn:microsoft.com/office/officeart/2005/8/layout/list1"/>
    <dgm:cxn modelId="{57673962-3386-411C-9A9F-DFC9E94765A7}" type="presParOf" srcId="{681E52AF-A37A-4ED3-A78D-4E70BEC98501}" destId="{EC2733BE-70F9-4BC1-870E-6ECF64CFAF19}" srcOrd="1" destOrd="0" presId="urn:microsoft.com/office/officeart/2005/8/layout/list1"/>
    <dgm:cxn modelId="{16F2A6EE-F85B-4CE9-9C4C-30C18C4E0DE2}" type="presParOf" srcId="{09ED8DA6-D6DB-43E7-B2AE-F36C356B4106}" destId="{5601B523-E053-4B37-BA5F-75B19DB2C2A0}" srcOrd="17" destOrd="0" presId="urn:microsoft.com/office/officeart/2005/8/layout/list1"/>
    <dgm:cxn modelId="{7289A146-1606-4BE1-A36F-5606CB122FEA}" type="presParOf" srcId="{09ED8DA6-D6DB-43E7-B2AE-F36C356B4106}" destId="{A9BFC83E-F5F9-4387-B93E-40ACC0C34196}" srcOrd="18" destOrd="0" presId="urn:microsoft.com/office/officeart/2005/8/layout/list1"/>
    <dgm:cxn modelId="{A422F44E-FC87-4634-8D98-1F42136E63C3}" type="presParOf" srcId="{09ED8DA6-D6DB-43E7-B2AE-F36C356B4106}" destId="{2BEE3586-1F13-4251-B8E8-4193CB182BE8}" srcOrd="19" destOrd="0" presId="urn:microsoft.com/office/officeart/2005/8/layout/list1"/>
    <dgm:cxn modelId="{F68EDA0D-166C-4FB6-82B5-FAC093508B3D}" type="presParOf" srcId="{09ED8DA6-D6DB-43E7-B2AE-F36C356B4106}" destId="{9921CFAD-1FFC-429E-A0F7-6FEC4A20A97E}" srcOrd="20" destOrd="0" presId="urn:microsoft.com/office/officeart/2005/8/layout/list1"/>
    <dgm:cxn modelId="{82D5BFBB-4262-476E-A97C-B1118FD6551C}" type="presParOf" srcId="{9921CFAD-1FFC-429E-A0F7-6FEC4A20A97E}" destId="{F848E2C9-3437-42F5-B504-CB2EF5ABC136}" srcOrd="0" destOrd="0" presId="urn:microsoft.com/office/officeart/2005/8/layout/list1"/>
    <dgm:cxn modelId="{F55D719E-CA93-4C4C-BF7E-3356775D1F0F}" type="presParOf" srcId="{9921CFAD-1FFC-429E-A0F7-6FEC4A20A97E}" destId="{7E8F524B-CC90-402C-88EF-10339BA110F7}" srcOrd="1" destOrd="0" presId="urn:microsoft.com/office/officeart/2005/8/layout/list1"/>
    <dgm:cxn modelId="{B5BAE4EC-7852-4D51-9CF9-8AC6D6D7102B}" type="presParOf" srcId="{09ED8DA6-D6DB-43E7-B2AE-F36C356B4106}" destId="{35895D77-6550-4D37-B8D6-02B6E879F502}" srcOrd="21" destOrd="0" presId="urn:microsoft.com/office/officeart/2005/8/layout/list1"/>
    <dgm:cxn modelId="{DAB1ECC9-8F7B-4588-B01D-AC5DB6F8BD71}" type="presParOf" srcId="{09ED8DA6-D6DB-43E7-B2AE-F36C356B4106}" destId="{46F4CC50-547A-4798-A28A-0462067FD673}" srcOrd="22" destOrd="0" presId="urn:microsoft.com/office/officeart/2005/8/layout/list1"/>
    <dgm:cxn modelId="{11BB097F-9749-42A6-90C6-30A1FD63A279}" type="presParOf" srcId="{09ED8DA6-D6DB-43E7-B2AE-F36C356B4106}" destId="{F71FE726-77B2-4D34-B6E6-0F9A90540C13}" srcOrd="23" destOrd="0" presId="urn:microsoft.com/office/officeart/2005/8/layout/list1"/>
    <dgm:cxn modelId="{1F5D1BAA-7AD6-4468-B5EB-098B88D447BE}" type="presParOf" srcId="{09ED8DA6-D6DB-43E7-B2AE-F36C356B4106}" destId="{5C5D5D26-6AFB-43E4-9AE7-4DAA787587DE}" srcOrd="24" destOrd="0" presId="urn:microsoft.com/office/officeart/2005/8/layout/list1"/>
    <dgm:cxn modelId="{7DBB1D73-2A61-41E4-B575-EA724D12751E}" type="presParOf" srcId="{5C5D5D26-6AFB-43E4-9AE7-4DAA787587DE}" destId="{A14E7CF7-259F-4560-97C7-29F5E3862DB4}" srcOrd="0" destOrd="0" presId="urn:microsoft.com/office/officeart/2005/8/layout/list1"/>
    <dgm:cxn modelId="{E5A4E597-2111-4165-9137-B99B6DAE4D12}" type="presParOf" srcId="{5C5D5D26-6AFB-43E4-9AE7-4DAA787587DE}" destId="{A613C2E9-4F3D-48C9-BCF5-C59BA7F8B160}" srcOrd="1" destOrd="0" presId="urn:microsoft.com/office/officeart/2005/8/layout/list1"/>
    <dgm:cxn modelId="{3A1276C8-7BF5-4B2D-8D39-A60875EFFA00}" type="presParOf" srcId="{09ED8DA6-D6DB-43E7-B2AE-F36C356B4106}" destId="{D95E7C03-2FF2-43B8-B2ED-A7E47E0FC003}" srcOrd="25" destOrd="0" presId="urn:microsoft.com/office/officeart/2005/8/layout/list1"/>
    <dgm:cxn modelId="{8773A611-12F9-463E-BDE9-E7D84C9E89CE}" type="presParOf" srcId="{09ED8DA6-D6DB-43E7-B2AE-F36C356B4106}" destId="{8BA0A6BE-8DE3-4F28-8814-20F2DB292D73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EEB4CC-3F1D-4195-8B87-504CB3EB6044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240493C0-C418-4885-8128-8685C06D6B21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REQUIREMENT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FD01C92F-344A-4346-A105-DCFC251FBBBE}" type="parTrans" cxnId="{EE3D8318-FAFE-4DBC-9E45-53B308FA3919}">
      <dgm:prSet/>
      <dgm:spPr/>
      <dgm:t>
        <a:bodyPr/>
        <a:lstStyle/>
        <a:p>
          <a:endParaRPr lang="hu-HU"/>
        </a:p>
      </dgm:t>
    </dgm:pt>
    <dgm:pt modelId="{90E3F2AD-45EE-4633-A63E-F7F44FE8D74D}" type="sibTrans" cxnId="{EE3D8318-FAFE-4DBC-9E45-53B308FA3919}">
      <dgm:prSet/>
      <dgm:spPr/>
      <dgm:t>
        <a:bodyPr/>
        <a:lstStyle/>
        <a:p>
          <a:endParaRPr lang="hu-HU"/>
        </a:p>
      </dgm:t>
    </dgm:pt>
    <dgm:pt modelId="{3C0592D1-87BC-49DF-B8A2-AA96A1D777A4}">
      <dgm:prSet phldrT="[Szöveg]" custT="1"/>
      <dgm:spPr/>
      <dgm:t>
        <a:bodyPr/>
        <a:lstStyle/>
        <a:p>
          <a:pPr marL="0" algn="l" defTabSz="914400" rtl="0" eaLnBrk="1" latinLnBrk="0" hangingPunct="1"/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CRUD OPERATION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8E9E3E37-0653-4162-8529-5E79BB05BD64}" type="parTrans" cxnId="{6FAE733B-353E-44B0-BC93-5CC4460232A0}">
      <dgm:prSet/>
      <dgm:spPr/>
      <dgm:t>
        <a:bodyPr/>
        <a:lstStyle/>
        <a:p>
          <a:endParaRPr lang="hu-HU"/>
        </a:p>
      </dgm:t>
    </dgm:pt>
    <dgm:pt modelId="{69A095EE-A7B2-4565-81BF-05795F04B59E}" type="sibTrans" cxnId="{6FAE733B-353E-44B0-BC93-5CC4460232A0}">
      <dgm:prSet/>
      <dgm:spPr/>
      <dgm:t>
        <a:bodyPr/>
        <a:lstStyle/>
        <a:p>
          <a:endParaRPr lang="hu-HU"/>
        </a:p>
      </dgm:t>
    </dgm:pt>
    <dgm:pt modelId="{B94C3580-B02F-4590-8F63-7599A5173C93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AUTOMATION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354E6887-F64C-42C6-92B5-28ED9D017396}" type="parTrans" cxnId="{B6E975C6-AA51-4782-AE9D-C1904A52490D}">
      <dgm:prSet/>
      <dgm:spPr/>
      <dgm:t>
        <a:bodyPr/>
        <a:lstStyle/>
        <a:p>
          <a:endParaRPr lang="hu-HU"/>
        </a:p>
      </dgm:t>
    </dgm:pt>
    <dgm:pt modelId="{BE904F49-77BA-4ABE-893E-96DE7AB5B393}" type="sibTrans" cxnId="{B6E975C6-AA51-4782-AE9D-C1904A52490D}">
      <dgm:prSet/>
      <dgm:spPr/>
      <dgm:t>
        <a:bodyPr/>
        <a:lstStyle/>
        <a:p>
          <a:endParaRPr lang="hu-HU"/>
        </a:p>
      </dgm:t>
    </dgm:pt>
    <dgm:pt modelId="{F7BEF4ED-84D8-432A-9E13-1E21CFFFF2DB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IMPLEMENTATION</a:t>
          </a:r>
          <a:endParaRPr lang="hu-HU" sz="2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F1131DEA-F340-4A7D-9BD3-94AADCF2BFB5}" type="parTrans" cxnId="{D125439C-6AE9-4962-BC7D-E62197EF6262}">
      <dgm:prSet/>
      <dgm:spPr/>
      <dgm:t>
        <a:bodyPr/>
        <a:lstStyle/>
        <a:p>
          <a:endParaRPr lang="hu-HU"/>
        </a:p>
      </dgm:t>
    </dgm:pt>
    <dgm:pt modelId="{195CF55C-935E-4967-B682-0F866DDD52ED}" type="sibTrans" cxnId="{D125439C-6AE9-4962-BC7D-E62197EF6262}">
      <dgm:prSet/>
      <dgm:spPr/>
      <dgm:t>
        <a:bodyPr/>
        <a:lstStyle/>
        <a:p>
          <a:endParaRPr lang="hu-HU"/>
        </a:p>
      </dgm:t>
    </dgm:pt>
    <dgm:pt modelId="{64E905C8-B31A-43E6-A1CD-63641B8C223C}">
      <dgm:prSet phldrT="[Szöveg]" custT="1"/>
      <dgm:spPr/>
      <dgm:t>
        <a:bodyPr/>
        <a:lstStyle/>
        <a:p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F07D744-4A59-4F76-9C66-2928EAA8248F}" type="parTrans" cxnId="{92425477-2DDE-49FD-BF72-A249EE081414}">
      <dgm:prSet/>
      <dgm:spPr/>
      <dgm:t>
        <a:bodyPr/>
        <a:lstStyle/>
        <a:p>
          <a:endParaRPr lang="hu-HU"/>
        </a:p>
      </dgm:t>
    </dgm:pt>
    <dgm:pt modelId="{49A134A3-1902-4EE7-A9F0-C246D4C927B7}" type="sibTrans" cxnId="{92425477-2DDE-49FD-BF72-A249EE081414}">
      <dgm:prSet/>
      <dgm:spPr/>
      <dgm:t>
        <a:bodyPr/>
        <a:lstStyle/>
        <a:p>
          <a:endParaRPr lang="hu-HU"/>
        </a:p>
      </dgm:t>
    </dgm:pt>
    <dgm:pt modelId="{09D31D13-E61B-46E6-B7ED-30E9A36B7CB4}">
      <dgm:prSet phldrT="[Szöveg]" custT="1"/>
      <dgm:spPr/>
      <dgm:t>
        <a:bodyPr/>
        <a:lstStyle/>
        <a:p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VALIDATION LAYER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F3C89F05-572A-45BE-BE21-DC6E413249A2}" type="parTrans" cxnId="{ACF3A50D-D9DA-4186-B85F-0DE3B96D90DF}">
      <dgm:prSet/>
      <dgm:spPr/>
      <dgm:t>
        <a:bodyPr/>
        <a:lstStyle/>
        <a:p>
          <a:endParaRPr lang="hu-HU"/>
        </a:p>
      </dgm:t>
    </dgm:pt>
    <dgm:pt modelId="{2F908C15-5493-41C1-B989-38938E639A28}" type="sibTrans" cxnId="{ACF3A50D-D9DA-4186-B85F-0DE3B96D90DF}">
      <dgm:prSet/>
      <dgm:spPr/>
      <dgm:t>
        <a:bodyPr/>
        <a:lstStyle/>
        <a:p>
          <a:endParaRPr lang="hu-HU"/>
        </a:p>
      </dgm:t>
    </dgm:pt>
    <dgm:pt modelId="{26F5B4FC-D400-48C0-81F0-235E14665028}">
      <dgm:prSet phldrT="[Szöveg]" custT="1"/>
      <dgm:spPr/>
      <dgm:t>
        <a:bodyPr/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 SECURITY RULES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67BFC8FB-E690-4738-B702-710A9A8814CA}" type="parTrans" cxnId="{0BB0A97D-4C79-4945-92E7-321A332021F7}">
      <dgm:prSet/>
      <dgm:spPr/>
      <dgm:t>
        <a:bodyPr/>
        <a:lstStyle/>
        <a:p>
          <a:endParaRPr lang="hu-HU"/>
        </a:p>
      </dgm:t>
    </dgm:pt>
    <dgm:pt modelId="{DEDD7AAD-026E-45D1-B3E6-1E018ADE6607}" type="sibTrans" cxnId="{0BB0A97D-4C79-4945-92E7-321A332021F7}">
      <dgm:prSet/>
      <dgm:spPr/>
      <dgm:t>
        <a:bodyPr/>
        <a:lstStyle/>
        <a:p>
          <a:endParaRPr lang="hu-HU"/>
        </a:p>
      </dgm:t>
    </dgm:pt>
    <dgm:pt modelId="{CDD2A6D8-B4DB-47F0-9B06-F2C4049F2ED9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VALIDATION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192F7D6C-C913-4B4B-9C25-CE8EB9DB6E7F}" type="parTrans" cxnId="{BCC52B22-B62E-4CA3-B86C-45AE2D34DD75}">
      <dgm:prSet/>
      <dgm:spPr/>
      <dgm:t>
        <a:bodyPr/>
        <a:lstStyle/>
        <a:p>
          <a:endParaRPr lang="hu-HU"/>
        </a:p>
      </dgm:t>
    </dgm:pt>
    <dgm:pt modelId="{3AEEF1C6-A05E-4B46-BBB2-A501AFFC16BD}" type="sibTrans" cxnId="{BCC52B22-B62E-4CA3-B86C-45AE2D34DD75}">
      <dgm:prSet/>
      <dgm:spPr/>
      <dgm:t>
        <a:bodyPr/>
        <a:lstStyle/>
        <a:p>
          <a:endParaRPr lang="hu-HU"/>
        </a:p>
      </dgm:t>
    </dgm:pt>
    <dgm:pt modelId="{EFB63BBF-B439-4F92-B4B2-9A0B45869F17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DATA ISOLATION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E33E056-FFD1-4352-8B52-D523D68400A6}" type="parTrans" cxnId="{4BC6D816-7903-4E39-92D9-17D6E765222A}">
      <dgm:prSet/>
      <dgm:spPr/>
      <dgm:t>
        <a:bodyPr/>
        <a:lstStyle/>
        <a:p>
          <a:endParaRPr lang="hu-HU"/>
        </a:p>
      </dgm:t>
    </dgm:pt>
    <dgm:pt modelId="{28A5CE81-33ED-44F9-86AE-C3159142561D}" type="sibTrans" cxnId="{4BC6D816-7903-4E39-92D9-17D6E765222A}">
      <dgm:prSet/>
      <dgm:spPr/>
      <dgm:t>
        <a:bodyPr/>
        <a:lstStyle/>
        <a:p>
          <a:endParaRPr lang="hu-HU"/>
        </a:p>
      </dgm:t>
    </dgm:pt>
    <dgm:pt modelId="{273C8344-249E-49D9-A6BE-9156E4A20305}">
      <dgm:prSet phldrT="[Szöveg]" custT="1"/>
      <dgm:spPr/>
      <dgm:t>
        <a:bodyPr/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CLOUD FUNCTIONS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90AF0A59-9E4C-4D6C-B051-6B8AE316A4B1}" type="parTrans" cxnId="{60DCFE8A-7318-4215-96E8-390983130303}">
      <dgm:prSet/>
      <dgm:spPr/>
      <dgm:t>
        <a:bodyPr/>
        <a:lstStyle/>
        <a:p>
          <a:endParaRPr lang="hu-HU"/>
        </a:p>
      </dgm:t>
    </dgm:pt>
    <dgm:pt modelId="{2BFDA440-0354-4EBB-89CD-D30F05E3B881}" type="sibTrans" cxnId="{60DCFE8A-7318-4215-96E8-390983130303}">
      <dgm:prSet/>
      <dgm:spPr/>
      <dgm:t>
        <a:bodyPr/>
        <a:lstStyle/>
        <a:p>
          <a:endParaRPr lang="hu-HU"/>
        </a:p>
      </dgm:t>
    </dgm:pt>
    <dgm:pt modelId="{58C8EA02-E5BE-4011-BD8F-C61008322E5F}" type="pres">
      <dgm:prSet presAssocID="{54EEB4CC-3F1D-4195-8B87-504CB3EB6044}" presName="layout" presStyleCnt="0">
        <dgm:presLayoutVars>
          <dgm:chMax/>
          <dgm:chPref/>
          <dgm:dir/>
          <dgm:resizeHandles/>
        </dgm:presLayoutVars>
      </dgm:prSet>
      <dgm:spPr/>
    </dgm:pt>
    <dgm:pt modelId="{7746C203-F860-4CDF-9B40-4F54A548FFC5}" type="pres">
      <dgm:prSet presAssocID="{240493C0-C418-4885-8128-8685C06D6B21}" presName="root" presStyleCnt="0">
        <dgm:presLayoutVars>
          <dgm:chMax/>
          <dgm:chPref/>
        </dgm:presLayoutVars>
      </dgm:prSet>
      <dgm:spPr/>
    </dgm:pt>
    <dgm:pt modelId="{00D8147B-8955-4A1F-BCC9-5CB39C8A003C}" type="pres">
      <dgm:prSet presAssocID="{240493C0-C418-4885-8128-8685C06D6B21}" presName="rootComposite" presStyleCnt="0">
        <dgm:presLayoutVars/>
      </dgm:prSet>
      <dgm:spPr/>
    </dgm:pt>
    <dgm:pt modelId="{DC2A832F-6AB3-4578-A57E-E2D9BD7DE39A}" type="pres">
      <dgm:prSet presAssocID="{240493C0-C418-4885-8128-8685C06D6B21}" presName="ParentAccent" presStyleLbl="alignNode1" presStyleIdx="0" presStyleCnt="2"/>
      <dgm:spPr>
        <a:noFill/>
        <a:ln>
          <a:noFill/>
        </a:ln>
      </dgm:spPr>
    </dgm:pt>
    <dgm:pt modelId="{678A297B-59CA-4A75-BABE-4AE3A0796539}" type="pres">
      <dgm:prSet presAssocID="{240493C0-C418-4885-8128-8685C06D6B21}" presName="ParentSmallAccent" presStyleLbl="fgAcc1" presStyleIdx="0" presStyleCnt="2"/>
      <dgm:spPr>
        <a:ln>
          <a:solidFill>
            <a:schemeClr val="tx1"/>
          </a:solidFill>
        </a:ln>
      </dgm:spPr>
    </dgm:pt>
    <dgm:pt modelId="{1280D96B-CF0E-426A-9C98-881CB1357767}" type="pres">
      <dgm:prSet presAssocID="{240493C0-C418-4885-8128-8685C06D6B21}" presName="Parent" presStyleLbl="revTx" presStyleIdx="0" presStyleCnt="10">
        <dgm:presLayoutVars>
          <dgm:chMax/>
          <dgm:chPref val="4"/>
          <dgm:bulletEnabled val="1"/>
        </dgm:presLayoutVars>
      </dgm:prSet>
      <dgm:spPr/>
    </dgm:pt>
    <dgm:pt modelId="{5BF4C4D2-BDF6-462E-A578-C0C48D4F11D8}" type="pres">
      <dgm:prSet presAssocID="{240493C0-C418-4885-8128-8685C06D6B21}" presName="childShape" presStyleCnt="0">
        <dgm:presLayoutVars>
          <dgm:chMax val="0"/>
          <dgm:chPref val="0"/>
        </dgm:presLayoutVars>
      </dgm:prSet>
      <dgm:spPr/>
    </dgm:pt>
    <dgm:pt modelId="{A656C92C-5BFA-44EE-BDF6-12D40295AFCE}" type="pres">
      <dgm:prSet presAssocID="{3C0592D1-87BC-49DF-B8A2-AA96A1D777A4}" presName="childComposite" presStyleCnt="0">
        <dgm:presLayoutVars>
          <dgm:chMax val="0"/>
          <dgm:chPref val="0"/>
        </dgm:presLayoutVars>
      </dgm:prSet>
      <dgm:spPr/>
    </dgm:pt>
    <dgm:pt modelId="{965C2B80-1EB0-4E18-85BD-943ECB9F69CF}" type="pres">
      <dgm:prSet presAssocID="{3C0592D1-87BC-49DF-B8A2-AA96A1D777A4}" presName="ChildAccent" presStyleLbl="solidFgAcc1" presStyleIdx="0" presStyleCnt="8"/>
      <dgm:spPr>
        <a:ln>
          <a:solidFill>
            <a:schemeClr val="tx1"/>
          </a:solidFill>
        </a:ln>
      </dgm:spPr>
    </dgm:pt>
    <dgm:pt modelId="{65B418E4-DFEA-4C3F-AA1A-0166A0F1F0C6}" type="pres">
      <dgm:prSet presAssocID="{3C0592D1-87BC-49DF-B8A2-AA96A1D777A4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1111CC79-E9AC-465A-9164-4196E0D3BE5F}" type="pres">
      <dgm:prSet presAssocID="{CDD2A6D8-B4DB-47F0-9B06-F2C4049F2ED9}" presName="childComposite" presStyleCnt="0">
        <dgm:presLayoutVars>
          <dgm:chMax val="0"/>
          <dgm:chPref val="0"/>
        </dgm:presLayoutVars>
      </dgm:prSet>
      <dgm:spPr/>
    </dgm:pt>
    <dgm:pt modelId="{359B91B4-EF34-4A03-90FE-746427D5DDD7}" type="pres">
      <dgm:prSet presAssocID="{CDD2A6D8-B4DB-47F0-9B06-F2C4049F2ED9}" presName="ChildAccent" presStyleLbl="solidFgAcc1" presStyleIdx="1" presStyleCnt="8"/>
      <dgm:spPr>
        <a:ln>
          <a:solidFill>
            <a:schemeClr val="tx1">
              <a:lumMod val="95000"/>
            </a:schemeClr>
          </a:solidFill>
        </a:ln>
      </dgm:spPr>
    </dgm:pt>
    <dgm:pt modelId="{06933469-8A6E-4527-8FEF-5722DCDE8CDE}" type="pres">
      <dgm:prSet presAssocID="{CDD2A6D8-B4DB-47F0-9B06-F2C4049F2ED9}" presName="Child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A2BBEA9F-F6D2-4A01-A265-99F3AE90FC98}" type="pres">
      <dgm:prSet presAssocID="{EFB63BBF-B439-4F92-B4B2-9A0B45869F17}" presName="childComposite" presStyleCnt="0">
        <dgm:presLayoutVars>
          <dgm:chMax val="0"/>
          <dgm:chPref val="0"/>
        </dgm:presLayoutVars>
      </dgm:prSet>
      <dgm:spPr/>
    </dgm:pt>
    <dgm:pt modelId="{AD098578-D11A-4442-9FFE-7AA59F7058F1}" type="pres">
      <dgm:prSet presAssocID="{EFB63BBF-B439-4F92-B4B2-9A0B45869F17}" presName="ChildAccent" presStyleLbl="solidFgAcc1" presStyleIdx="2" presStyleCnt="8"/>
      <dgm:spPr>
        <a:ln>
          <a:solidFill>
            <a:schemeClr val="tx1">
              <a:lumMod val="95000"/>
            </a:schemeClr>
          </a:solidFill>
        </a:ln>
      </dgm:spPr>
    </dgm:pt>
    <dgm:pt modelId="{B79D5BA7-8BD0-4ADE-BBEC-F75D1C5F453B}" type="pres">
      <dgm:prSet presAssocID="{EFB63BBF-B439-4F92-B4B2-9A0B45869F17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8918C42E-F4FE-4FCF-A10F-83E3002EA2F4}" type="pres">
      <dgm:prSet presAssocID="{B94C3580-B02F-4590-8F63-7599A5173C93}" presName="childComposite" presStyleCnt="0">
        <dgm:presLayoutVars>
          <dgm:chMax val="0"/>
          <dgm:chPref val="0"/>
        </dgm:presLayoutVars>
      </dgm:prSet>
      <dgm:spPr/>
    </dgm:pt>
    <dgm:pt modelId="{A6262222-8438-44F1-A785-4AE89E8329A3}" type="pres">
      <dgm:prSet presAssocID="{B94C3580-B02F-4590-8F63-7599A5173C93}" presName="ChildAccent" presStyleLbl="solidFgAcc1" presStyleIdx="3" presStyleCnt="8"/>
      <dgm:spPr>
        <a:ln>
          <a:solidFill>
            <a:schemeClr val="tx1"/>
          </a:solidFill>
        </a:ln>
      </dgm:spPr>
    </dgm:pt>
    <dgm:pt modelId="{CB299092-A487-470A-886C-70AFC4FBE07F}" type="pres">
      <dgm:prSet presAssocID="{B94C3580-B02F-4590-8F63-7599A5173C93}" presName="Child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78E284D8-6640-4D24-AE61-C7C61C0ACF07}" type="pres">
      <dgm:prSet presAssocID="{F7BEF4ED-84D8-432A-9E13-1E21CFFFF2DB}" presName="root" presStyleCnt="0">
        <dgm:presLayoutVars>
          <dgm:chMax/>
          <dgm:chPref/>
        </dgm:presLayoutVars>
      </dgm:prSet>
      <dgm:spPr/>
    </dgm:pt>
    <dgm:pt modelId="{7DF386C0-E967-4D75-902D-5C2A1151517B}" type="pres">
      <dgm:prSet presAssocID="{F7BEF4ED-84D8-432A-9E13-1E21CFFFF2DB}" presName="rootComposite" presStyleCnt="0">
        <dgm:presLayoutVars/>
      </dgm:prSet>
      <dgm:spPr/>
    </dgm:pt>
    <dgm:pt modelId="{3920820D-17C0-4551-9313-112E194B29AB}" type="pres">
      <dgm:prSet presAssocID="{F7BEF4ED-84D8-432A-9E13-1E21CFFFF2DB}" presName="ParentAccent" presStyleLbl="alignNode1" presStyleIdx="1" presStyleCnt="2"/>
      <dgm:spPr>
        <a:noFill/>
        <a:ln>
          <a:noFill/>
        </a:ln>
      </dgm:spPr>
    </dgm:pt>
    <dgm:pt modelId="{6ED730E7-3B75-4E43-95DB-ED532772BE17}" type="pres">
      <dgm:prSet presAssocID="{F7BEF4ED-84D8-432A-9E13-1E21CFFFF2DB}" presName="ParentSmallAccent" presStyleLbl="fgAcc1" presStyleIdx="1" presStyleCnt="2"/>
      <dgm:spPr>
        <a:ln>
          <a:solidFill>
            <a:schemeClr val="tx1"/>
          </a:solidFill>
        </a:ln>
      </dgm:spPr>
    </dgm:pt>
    <dgm:pt modelId="{6D81E061-F1AA-4B56-B738-A4B27A6554FE}" type="pres">
      <dgm:prSet presAssocID="{F7BEF4ED-84D8-432A-9E13-1E21CFFFF2DB}" presName="Parent" presStyleLbl="revTx" presStyleIdx="5" presStyleCnt="10">
        <dgm:presLayoutVars>
          <dgm:chMax/>
          <dgm:chPref val="4"/>
          <dgm:bulletEnabled val="1"/>
        </dgm:presLayoutVars>
      </dgm:prSet>
      <dgm:spPr/>
    </dgm:pt>
    <dgm:pt modelId="{545D1D0C-2618-457C-BD86-D41B4673DDE0}" type="pres">
      <dgm:prSet presAssocID="{F7BEF4ED-84D8-432A-9E13-1E21CFFFF2DB}" presName="childShape" presStyleCnt="0">
        <dgm:presLayoutVars>
          <dgm:chMax val="0"/>
          <dgm:chPref val="0"/>
        </dgm:presLayoutVars>
      </dgm:prSet>
      <dgm:spPr/>
    </dgm:pt>
    <dgm:pt modelId="{94D93EBA-5100-4251-9229-38D4BC0967E9}" type="pres">
      <dgm:prSet presAssocID="{64E905C8-B31A-43E6-A1CD-63641B8C223C}" presName="childComposite" presStyleCnt="0">
        <dgm:presLayoutVars>
          <dgm:chMax val="0"/>
          <dgm:chPref val="0"/>
        </dgm:presLayoutVars>
      </dgm:prSet>
      <dgm:spPr/>
    </dgm:pt>
    <dgm:pt modelId="{6E635826-7117-4670-A7C9-B36793056F44}" type="pres">
      <dgm:prSet presAssocID="{64E905C8-B31A-43E6-A1CD-63641B8C223C}" presName="ChildAccent" presStyleLbl="solidFgAcc1" presStyleIdx="4" presStyleCnt="8"/>
      <dgm:spPr>
        <a:ln>
          <a:solidFill>
            <a:schemeClr val="tx1"/>
          </a:solidFill>
        </a:ln>
      </dgm:spPr>
    </dgm:pt>
    <dgm:pt modelId="{14CD1C7C-3CD3-4BB2-B5F5-A19C7F5A00F3}" type="pres">
      <dgm:prSet presAssocID="{64E905C8-B31A-43E6-A1CD-63641B8C223C}" presName="Child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A19224FA-1B0C-4B4E-A738-4D13DD8FC48C}" type="pres">
      <dgm:prSet presAssocID="{09D31D13-E61B-46E6-B7ED-30E9A36B7CB4}" presName="childComposite" presStyleCnt="0">
        <dgm:presLayoutVars>
          <dgm:chMax val="0"/>
          <dgm:chPref val="0"/>
        </dgm:presLayoutVars>
      </dgm:prSet>
      <dgm:spPr/>
    </dgm:pt>
    <dgm:pt modelId="{2C305F7A-0D74-414B-9038-C4F17C5541C9}" type="pres">
      <dgm:prSet presAssocID="{09D31D13-E61B-46E6-B7ED-30E9A36B7CB4}" presName="ChildAccent" presStyleLbl="solidFgAcc1" presStyleIdx="5" presStyleCnt="8"/>
      <dgm:spPr>
        <a:ln>
          <a:solidFill>
            <a:schemeClr val="tx1"/>
          </a:solidFill>
        </a:ln>
      </dgm:spPr>
    </dgm:pt>
    <dgm:pt modelId="{9B6ECE2D-58A7-466D-A6D2-EBB0FF45CACC}" type="pres">
      <dgm:prSet presAssocID="{09D31D13-E61B-46E6-B7ED-30E9A36B7CB4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A6EF5EAC-63BC-4EF3-9E59-A9E59FDFAE2A}" type="pres">
      <dgm:prSet presAssocID="{26F5B4FC-D400-48C0-81F0-235E14665028}" presName="childComposite" presStyleCnt="0">
        <dgm:presLayoutVars>
          <dgm:chMax val="0"/>
          <dgm:chPref val="0"/>
        </dgm:presLayoutVars>
      </dgm:prSet>
      <dgm:spPr/>
    </dgm:pt>
    <dgm:pt modelId="{791E558C-0E7A-424A-8FE9-ADD7A67D3BB1}" type="pres">
      <dgm:prSet presAssocID="{26F5B4FC-D400-48C0-81F0-235E14665028}" presName="ChildAccent" presStyleLbl="solidFgAcc1" presStyleIdx="6" presStyleCnt="8"/>
      <dgm:spPr>
        <a:ln>
          <a:solidFill>
            <a:schemeClr val="tx1"/>
          </a:solidFill>
        </a:ln>
      </dgm:spPr>
    </dgm:pt>
    <dgm:pt modelId="{362CFB53-9551-4D11-964D-6266FCC97E5B}" type="pres">
      <dgm:prSet presAssocID="{26F5B4FC-D400-48C0-81F0-235E14665028}" presName="Child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90FA6C8C-497A-46FD-90E7-8C92D7B075B8}" type="pres">
      <dgm:prSet presAssocID="{273C8344-249E-49D9-A6BE-9156E4A20305}" presName="childComposite" presStyleCnt="0">
        <dgm:presLayoutVars>
          <dgm:chMax val="0"/>
          <dgm:chPref val="0"/>
        </dgm:presLayoutVars>
      </dgm:prSet>
      <dgm:spPr/>
    </dgm:pt>
    <dgm:pt modelId="{EFA650EE-3F75-48F8-83EB-9551FE3C7566}" type="pres">
      <dgm:prSet presAssocID="{273C8344-249E-49D9-A6BE-9156E4A20305}" presName="ChildAccent" presStyleLbl="solidFgAcc1" presStyleIdx="7" presStyleCnt="8"/>
      <dgm:spPr>
        <a:ln>
          <a:solidFill>
            <a:schemeClr val="tx1"/>
          </a:solidFill>
        </a:ln>
      </dgm:spPr>
    </dgm:pt>
    <dgm:pt modelId="{953DE3E5-3B02-43A7-BBEF-B37B7CFE8B14}" type="pres">
      <dgm:prSet presAssocID="{273C8344-249E-49D9-A6BE-9156E4A20305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ACF3A50D-D9DA-4186-B85F-0DE3B96D90DF}" srcId="{F7BEF4ED-84D8-432A-9E13-1E21CFFFF2DB}" destId="{09D31D13-E61B-46E6-B7ED-30E9A36B7CB4}" srcOrd="1" destOrd="0" parTransId="{F3C89F05-572A-45BE-BE21-DC6E413249A2}" sibTransId="{2F908C15-5493-41C1-B989-38938E639A28}"/>
    <dgm:cxn modelId="{4BC6D816-7903-4E39-92D9-17D6E765222A}" srcId="{240493C0-C418-4885-8128-8685C06D6B21}" destId="{EFB63BBF-B439-4F92-B4B2-9A0B45869F17}" srcOrd="2" destOrd="0" parTransId="{AE33E056-FFD1-4352-8B52-D523D68400A6}" sibTransId="{28A5CE81-33ED-44F9-86AE-C3159142561D}"/>
    <dgm:cxn modelId="{EE3D8318-FAFE-4DBC-9E45-53B308FA3919}" srcId="{54EEB4CC-3F1D-4195-8B87-504CB3EB6044}" destId="{240493C0-C418-4885-8128-8685C06D6B21}" srcOrd="0" destOrd="0" parTransId="{FD01C92F-344A-4346-A105-DCFC251FBBBE}" sibTransId="{90E3F2AD-45EE-4633-A63E-F7F44FE8D74D}"/>
    <dgm:cxn modelId="{BCC52B22-B62E-4CA3-B86C-45AE2D34DD75}" srcId="{240493C0-C418-4885-8128-8685C06D6B21}" destId="{CDD2A6D8-B4DB-47F0-9B06-F2C4049F2ED9}" srcOrd="1" destOrd="0" parTransId="{192F7D6C-C913-4B4B-9C25-CE8EB9DB6E7F}" sibTransId="{3AEEF1C6-A05E-4B46-BBB2-A501AFFC16BD}"/>
    <dgm:cxn modelId="{6FAE733B-353E-44B0-BC93-5CC4460232A0}" srcId="{240493C0-C418-4885-8128-8685C06D6B21}" destId="{3C0592D1-87BC-49DF-B8A2-AA96A1D777A4}" srcOrd="0" destOrd="0" parTransId="{8E9E3E37-0653-4162-8529-5E79BB05BD64}" sibTransId="{69A095EE-A7B2-4565-81BF-05795F04B59E}"/>
    <dgm:cxn modelId="{7C6A0D3C-AE64-4DB7-876A-42DCE669545E}" type="presOf" srcId="{64E905C8-B31A-43E6-A1CD-63641B8C223C}" destId="{14CD1C7C-3CD3-4BB2-B5F5-A19C7F5A00F3}" srcOrd="0" destOrd="0" presId="urn:microsoft.com/office/officeart/2008/layout/SquareAccentList"/>
    <dgm:cxn modelId="{7E528A66-BFF7-4F49-830C-AA43895BCD38}" type="presOf" srcId="{EFB63BBF-B439-4F92-B4B2-9A0B45869F17}" destId="{B79D5BA7-8BD0-4ADE-BBEC-F75D1C5F453B}" srcOrd="0" destOrd="0" presId="urn:microsoft.com/office/officeart/2008/layout/SquareAccentList"/>
    <dgm:cxn modelId="{DB944375-1438-4D7E-829F-09BEF4AC1343}" type="presOf" srcId="{B94C3580-B02F-4590-8F63-7599A5173C93}" destId="{CB299092-A487-470A-886C-70AFC4FBE07F}" srcOrd="0" destOrd="0" presId="urn:microsoft.com/office/officeart/2008/layout/SquareAccentList"/>
    <dgm:cxn modelId="{92425477-2DDE-49FD-BF72-A249EE081414}" srcId="{F7BEF4ED-84D8-432A-9E13-1E21CFFFF2DB}" destId="{64E905C8-B31A-43E6-A1CD-63641B8C223C}" srcOrd="0" destOrd="0" parTransId="{2F07D744-4A59-4F76-9C66-2928EAA8248F}" sibTransId="{49A134A3-1902-4EE7-A9F0-C246D4C927B7}"/>
    <dgm:cxn modelId="{0BB0A97D-4C79-4945-92E7-321A332021F7}" srcId="{F7BEF4ED-84D8-432A-9E13-1E21CFFFF2DB}" destId="{26F5B4FC-D400-48C0-81F0-235E14665028}" srcOrd="2" destOrd="0" parTransId="{67BFC8FB-E690-4738-B702-710A9A8814CA}" sibTransId="{DEDD7AAD-026E-45D1-B3E6-1E018ADE6607}"/>
    <dgm:cxn modelId="{F750C384-D67E-4AC2-84AD-F174E434F4CD}" type="presOf" srcId="{26F5B4FC-D400-48C0-81F0-235E14665028}" destId="{362CFB53-9551-4D11-964D-6266FCC97E5B}" srcOrd="0" destOrd="0" presId="urn:microsoft.com/office/officeart/2008/layout/SquareAccentList"/>
    <dgm:cxn modelId="{80F4D384-22DE-4F35-B8B4-DBE0DCE58F0E}" type="presOf" srcId="{09D31D13-E61B-46E6-B7ED-30E9A36B7CB4}" destId="{9B6ECE2D-58A7-466D-A6D2-EBB0FF45CACC}" srcOrd="0" destOrd="0" presId="urn:microsoft.com/office/officeart/2008/layout/SquareAccentList"/>
    <dgm:cxn modelId="{60DCFE8A-7318-4215-96E8-390983130303}" srcId="{F7BEF4ED-84D8-432A-9E13-1E21CFFFF2DB}" destId="{273C8344-249E-49D9-A6BE-9156E4A20305}" srcOrd="3" destOrd="0" parTransId="{90AF0A59-9E4C-4D6C-B051-6B8AE316A4B1}" sibTransId="{2BFDA440-0354-4EBB-89CD-D30F05E3B881}"/>
    <dgm:cxn modelId="{D125439C-6AE9-4962-BC7D-E62197EF6262}" srcId="{54EEB4CC-3F1D-4195-8B87-504CB3EB6044}" destId="{F7BEF4ED-84D8-432A-9E13-1E21CFFFF2DB}" srcOrd="1" destOrd="0" parTransId="{F1131DEA-F340-4A7D-9BD3-94AADCF2BFB5}" sibTransId="{195CF55C-935E-4967-B682-0F866DDD52ED}"/>
    <dgm:cxn modelId="{E91E86B9-F42A-4A72-A232-3A1078D1DF9A}" type="presOf" srcId="{F7BEF4ED-84D8-432A-9E13-1E21CFFFF2DB}" destId="{6D81E061-F1AA-4B56-B738-A4B27A6554FE}" srcOrd="0" destOrd="0" presId="urn:microsoft.com/office/officeart/2008/layout/SquareAccentList"/>
    <dgm:cxn modelId="{52F356C0-3B13-4968-9686-11DD1A6C902B}" type="presOf" srcId="{CDD2A6D8-B4DB-47F0-9B06-F2C4049F2ED9}" destId="{06933469-8A6E-4527-8FEF-5722DCDE8CDE}" srcOrd="0" destOrd="0" presId="urn:microsoft.com/office/officeart/2008/layout/SquareAccentList"/>
    <dgm:cxn modelId="{B6E975C6-AA51-4782-AE9D-C1904A52490D}" srcId="{240493C0-C418-4885-8128-8685C06D6B21}" destId="{B94C3580-B02F-4590-8F63-7599A5173C93}" srcOrd="3" destOrd="0" parTransId="{354E6887-F64C-42C6-92B5-28ED9D017396}" sibTransId="{BE904F49-77BA-4ABE-893E-96DE7AB5B393}"/>
    <dgm:cxn modelId="{66DD16CF-DD1A-4998-B4A6-BD347258C7F8}" type="presOf" srcId="{240493C0-C418-4885-8128-8685C06D6B21}" destId="{1280D96B-CF0E-426A-9C98-881CB1357767}" srcOrd="0" destOrd="0" presId="urn:microsoft.com/office/officeart/2008/layout/SquareAccentList"/>
    <dgm:cxn modelId="{7EB010E6-94C0-4A16-A041-5C3BF2777E0B}" type="presOf" srcId="{54EEB4CC-3F1D-4195-8B87-504CB3EB6044}" destId="{58C8EA02-E5BE-4011-BD8F-C61008322E5F}" srcOrd="0" destOrd="0" presId="urn:microsoft.com/office/officeart/2008/layout/SquareAccentList"/>
    <dgm:cxn modelId="{BEE602EC-31AF-4DE4-994A-E2C15642A4F9}" type="presOf" srcId="{273C8344-249E-49D9-A6BE-9156E4A20305}" destId="{953DE3E5-3B02-43A7-BBEF-B37B7CFE8B14}" srcOrd="0" destOrd="0" presId="urn:microsoft.com/office/officeart/2008/layout/SquareAccentList"/>
    <dgm:cxn modelId="{D21E89FF-AC12-4E6C-87C1-7C84F9DB6595}" type="presOf" srcId="{3C0592D1-87BC-49DF-B8A2-AA96A1D777A4}" destId="{65B418E4-DFEA-4C3F-AA1A-0166A0F1F0C6}" srcOrd="0" destOrd="0" presId="urn:microsoft.com/office/officeart/2008/layout/SquareAccentList"/>
    <dgm:cxn modelId="{3A9687AF-F60E-4A41-AE32-7A855D2B9B66}" type="presParOf" srcId="{58C8EA02-E5BE-4011-BD8F-C61008322E5F}" destId="{7746C203-F860-4CDF-9B40-4F54A548FFC5}" srcOrd="0" destOrd="0" presId="urn:microsoft.com/office/officeart/2008/layout/SquareAccentList"/>
    <dgm:cxn modelId="{169D7652-6121-4457-9909-C7AFAD3C52E3}" type="presParOf" srcId="{7746C203-F860-4CDF-9B40-4F54A548FFC5}" destId="{00D8147B-8955-4A1F-BCC9-5CB39C8A003C}" srcOrd="0" destOrd="0" presId="urn:microsoft.com/office/officeart/2008/layout/SquareAccentList"/>
    <dgm:cxn modelId="{BE500273-773A-45A9-88AA-36DB6E7C1CA7}" type="presParOf" srcId="{00D8147B-8955-4A1F-BCC9-5CB39C8A003C}" destId="{DC2A832F-6AB3-4578-A57E-E2D9BD7DE39A}" srcOrd="0" destOrd="0" presId="urn:microsoft.com/office/officeart/2008/layout/SquareAccentList"/>
    <dgm:cxn modelId="{ABA92AFD-6A3A-4E76-A4C2-B1E4602B46A9}" type="presParOf" srcId="{00D8147B-8955-4A1F-BCC9-5CB39C8A003C}" destId="{678A297B-59CA-4A75-BABE-4AE3A0796539}" srcOrd="1" destOrd="0" presId="urn:microsoft.com/office/officeart/2008/layout/SquareAccentList"/>
    <dgm:cxn modelId="{E89A158D-B0E5-496F-BAC5-3C585E3090F6}" type="presParOf" srcId="{00D8147B-8955-4A1F-BCC9-5CB39C8A003C}" destId="{1280D96B-CF0E-426A-9C98-881CB1357767}" srcOrd="2" destOrd="0" presId="urn:microsoft.com/office/officeart/2008/layout/SquareAccentList"/>
    <dgm:cxn modelId="{9749671A-5BA9-4090-A2FE-24E34F6C57D8}" type="presParOf" srcId="{7746C203-F860-4CDF-9B40-4F54A548FFC5}" destId="{5BF4C4D2-BDF6-462E-A578-C0C48D4F11D8}" srcOrd="1" destOrd="0" presId="urn:microsoft.com/office/officeart/2008/layout/SquareAccentList"/>
    <dgm:cxn modelId="{581DEC36-3A73-4809-80F5-6AA7D78FBC6F}" type="presParOf" srcId="{5BF4C4D2-BDF6-462E-A578-C0C48D4F11D8}" destId="{A656C92C-5BFA-44EE-BDF6-12D40295AFCE}" srcOrd="0" destOrd="0" presId="urn:microsoft.com/office/officeart/2008/layout/SquareAccentList"/>
    <dgm:cxn modelId="{3E2A210C-6444-40E7-82F5-A490ED4BCA33}" type="presParOf" srcId="{A656C92C-5BFA-44EE-BDF6-12D40295AFCE}" destId="{965C2B80-1EB0-4E18-85BD-943ECB9F69CF}" srcOrd="0" destOrd="0" presId="urn:microsoft.com/office/officeart/2008/layout/SquareAccentList"/>
    <dgm:cxn modelId="{979DBA78-BF3F-4774-9389-8C795718DD95}" type="presParOf" srcId="{A656C92C-5BFA-44EE-BDF6-12D40295AFCE}" destId="{65B418E4-DFEA-4C3F-AA1A-0166A0F1F0C6}" srcOrd="1" destOrd="0" presId="urn:microsoft.com/office/officeart/2008/layout/SquareAccentList"/>
    <dgm:cxn modelId="{8C86AA80-E70D-43F6-9284-8D9F1A2EDF49}" type="presParOf" srcId="{5BF4C4D2-BDF6-462E-A578-C0C48D4F11D8}" destId="{1111CC79-E9AC-465A-9164-4196E0D3BE5F}" srcOrd="1" destOrd="0" presId="urn:microsoft.com/office/officeart/2008/layout/SquareAccentList"/>
    <dgm:cxn modelId="{81099B3E-80BC-4F1A-A20E-A0A98B903240}" type="presParOf" srcId="{1111CC79-E9AC-465A-9164-4196E0D3BE5F}" destId="{359B91B4-EF34-4A03-90FE-746427D5DDD7}" srcOrd="0" destOrd="0" presId="urn:microsoft.com/office/officeart/2008/layout/SquareAccentList"/>
    <dgm:cxn modelId="{3478FCFA-3210-48F4-BD9B-1F9BC94ADD1A}" type="presParOf" srcId="{1111CC79-E9AC-465A-9164-4196E0D3BE5F}" destId="{06933469-8A6E-4527-8FEF-5722DCDE8CDE}" srcOrd="1" destOrd="0" presId="urn:microsoft.com/office/officeart/2008/layout/SquareAccentList"/>
    <dgm:cxn modelId="{3E0937C6-D761-4522-8678-CC6C48D80E2C}" type="presParOf" srcId="{5BF4C4D2-BDF6-462E-A578-C0C48D4F11D8}" destId="{A2BBEA9F-F6D2-4A01-A265-99F3AE90FC98}" srcOrd="2" destOrd="0" presId="urn:microsoft.com/office/officeart/2008/layout/SquareAccentList"/>
    <dgm:cxn modelId="{7D516FB4-3A23-4819-9A03-1E66C1FA7F64}" type="presParOf" srcId="{A2BBEA9F-F6D2-4A01-A265-99F3AE90FC98}" destId="{AD098578-D11A-4442-9FFE-7AA59F7058F1}" srcOrd="0" destOrd="0" presId="urn:microsoft.com/office/officeart/2008/layout/SquareAccentList"/>
    <dgm:cxn modelId="{E2B14889-EA72-4279-9E80-D0C33CF5CB03}" type="presParOf" srcId="{A2BBEA9F-F6D2-4A01-A265-99F3AE90FC98}" destId="{B79D5BA7-8BD0-4ADE-BBEC-F75D1C5F453B}" srcOrd="1" destOrd="0" presId="urn:microsoft.com/office/officeart/2008/layout/SquareAccentList"/>
    <dgm:cxn modelId="{ABF7DC6E-79B5-4767-A90B-EDD6EA4183A7}" type="presParOf" srcId="{5BF4C4D2-BDF6-462E-A578-C0C48D4F11D8}" destId="{8918C42E-F4FE-4FCF-A10F-83E3002EA2F4}" srcOrd="3" destOrd="0" presId="urn:microsoft.com/office/officeart/2008/layout/SquareAccentList"/>
    <dgm:cxn modelId="{EC4F1991-DC12-43EA-970E-E291E60EA268}" type="presParOf" srcId="{8918C42E-F4FE-4FCF-A10F-83E3002EA2F4}" destId="{A6262222-8438-44F1-A785-4AE89E8329A3}" srcOrd="0" destOrd="0" presId="urn:microsoft.com/office/officeart/2008/layout/SquareAccentList"/>
    <dgm:cxn modelId="{6A204B7F-6422-476E-A6FA-2A70B528A722}" type="presParOf" srcId="{8918C42E-F4FE-4FCF-A10F-83E3002EA2F4}" destId="{CB299092-A487-470A-886C-70AFC4FBE07F}" srcOrd="1" destOrd="0" presId="urn:microsoft.com/office/officeart/2008/layout/SquareAccentList"/>
    <dgm:cxn modelId="{461F0286-4201-4130-ACA3-70510CF57705}" type="presParOf" srcId="{58C8EA02-E5BE-4011-BD8F-C61008322E5F}" destId="{78E284D8-6640-4D24-AE61-C7C61C0ACF07}" srcOrd="1" destOrd="0" presId="urn:microsoft.com/office/officeart/2008/layout/SquareAccentList"/>
    <dgm:cxn modelId="{E0A95681-8C70-4874-8DE9-5EFEF41A75DF}" type="presParOf" srcId="{78E284D8-6640-4D24-AE61-C7C61C0ACF07}" destId="{7DF386C0-E967-4D75-902D-5C2A1151517B}" srcOrd="0" destOrd="0" presId="urn:microsoft.com/office/officeart/2008/layout/SquareAccentList"/>
    <dgm:cxn modelId="{4EABD674-98E2-4377-BC66-7C1A65332627}" type="presParOf" srcId="{7DF386C0-E967-4D75-902D-5C2A1151517B}" destId="{3920820D-17C0-4551-9313-112E194B29AB}" srcOrd="0" destOrd="0" presId="urn:microsoft.com/office/officeart/2008/layout/SquareAccentList"/>
    <dgm:cxn modelId="{FB6A0FC4-CC98-4EA7-A9A9-9EAF037ED298}" type="presParOf" srcId="{7DF386C0-E967-4D75-902D-5C2A1151517B}" destId="{6ED730E7-3B75-4E43-95DB-ED532772BE17}" srcOrd="1" destOrd="0" presId="urn:microsoft.com/office/officeart/2008/layout/SquareAccentList"/>
    <dgm:cxn modelId="{E7479464-1505-4881-9DC7-AA7443D99507}" type="presParOf" srcId="{7DF386C0-E967-4D75-902D-5C2A1151517B}" destId="{6D81E061-F1AA-4B56-B738-A4B27A6554FE}" srcOrd="2" destOrd="0" presId="urn:microsoft.com/office/officeart/2008/layout/SquareAccentList"/>
    <dgm:cxn modelId="{3E57A663-8151-4F07-8589-7FBDB8DAE0D7}" type="presParOf" srcId="{78E284D8-6640-4D24-AE61-C7C61C0ACF07}" destId="{545D1D0C-2618-457C-BD86-D41B4673DDE0}" srcOrd="1" destOrd="0" presId="urn:microsoft.com/office/officeart/2008/layout/SquareAccentList"/>
    <dgm:cxn modelId="{DBCFE358-D492-4589-9CCF-3597077D1CE9}" type="presParOf" srcId="{545D1D0C-2618-457C-BD86-D41B4673DDE0}" destId="{94D93EBA-5100-4251-9229-38D4BC0967E9}" srcOrd="0" destOrd="0" presId="urn:microsoft.com/office/officeart/2008/layout/SquareAccentList"/>
    <dgm:cxn modelId="{6D4C08BB-E1CC-4F4B-843F-C7940C46CAD0}" type="presParOf" srcId="{94D93EBA-5100-4251-9229-38D4BC0967E9}" destId="{6E635826-7117-4670-A7C9-B36793056F44}" srcOrd="0" destOrd="0" presId="urn:microsoft.com/office/officeart/2008/layout/SquareAccentList"/>
    <dgm:cxn modelId="{00D206C5-9788-4E32-8926-601798CE991C}" type="presParOf" srcId="{94D93EBA-5100-4251-9229-38D4BC0967E9}" destId="{14CD1C7C-3CD3-4BB2-B5F5-A19C7F5A00F3}" srcOrd="1" destOrd="0" presId="urn:microsoft.com/office/officeart/2008/layout/SquareAccentList"/>
    <dgm:cxn modelId="{D3F2E839-2981-44B4-866F-6C5335F2EA42}" type="presParOf" srcId="{545D1D0C-2618-457C-BD86-D41B4673DDE0}" destId="{A19224FA-1B0C-4B4E-A738-4D13DD8FC48C}" srcOrd="1" destOrd="0" presId="urn:microsoft.com/office/officeart/2008/layout/SquareAccentList"/>
    <dgm:cxn modelId="{A23158CD-433F-4469-AC27-9686E71CD756}" type="presParOf" srcId="{A19224FA-1B0C-4B4E-A738-4D13DD8FC48C}" destId="{2C305F7A-0D74-414B-9038-C4F17C5541C9}" srcOrd="0" destOrd="0" presId="urn:microsoft.com/office/officeart/2008/layout/SquareAccentList"/>
    <dgm:cxn modelId="{E9C2486B-FB92-44CC-ADF5-374C4C78898D}" type="presParOf" srcId="{A19224FA-1B0C-4B4E-A738-4D13DD8FC48C}" destId="{9B6ECE2D-58A7-466D-A6D2-EBB0FF45CACC}" srcOrd="1" destOrd="0" presId="urn:microsoft.com/office/officeart/2008/layout/SquareAccentList"/>
    <dgm:cxn modelId="{C41C8DEB-5681-4C9A-904C-FA2EAD9D40E3}" type="presParOf" srcId="{545D1D0C-2618-457C-BD86-D41B4673DDE0}" destId="{A6EF5EAC-63BC-4EF3-9E59-A9E59FDFAE2A}" srcOrd="2" destOrd="0" presId="urn:microsoft.com/office/officeart/2008/layout/SquareAccentList"/>
    <dgm:cxn modelId="{8621B2CD-A9A3-45F3-96C9-06C6B74131C6}" type="presParOf" srcId="{A6EF5EAC-63BC-4EF3-9E59-A9E59FDFAE2A}" destId="{791E558C-0E7A-424A-8FE9-ADD7A67D3BB1}" srcOrd="0" destOrd="0" presId="urn:microsoft.com/office/officeart/2008/layout/SquareAccentList"/>
    <dgm:cxn modelId="{1543EB03-9417-4E0C-A950-18173339872D}" type="presParOf" srcId="{A6EF5EAC-63BC-4EF3-9E59-A9E59FDFAE2A}" destId="{362CFB53-9551-4D11-964D-6266FCC97E5B}" srcOrd="1" destOrd="0" presId="urn:microsoft.com/office/officeart/2008/layout/SquareAccentList"/>
    <dgm:cxn modelId="{7BCD295D-F2F5-4050-A21A-BBBCBDEDC970}" type="presParOf" srcId="{545D1D0C-2618-457C-BD86-D41B4673DDE0}" destId="{90FA6C8C-497A-46FD-90E7-8C92D7B075B8}" srcOrd="3" destOrd="0" presId="urn:microsoft.com/office/officeart/2008/layout/SquareAccentList"/>
    <dgm:cxn modelId="{1B1B8D3E-A96A-4FEB-AAF2-0781DB81ED0F}" type="presParOf" srcId="{90FA6C8C-497A-46FD-90E7-8C92D7B075B8}" destId="{EFA650EE-3F75-48F8-83EB-9551FE3C7566}" srcOrd="0" destOrd="0" presId="urn:microsoft.com/office/officeart/2008/layout/SquareAccentList"/>
    <dgm:cxn modelId="{C433F89C-C6FF-4926-8A6E-7193EC8773DC}" type="presParOf" srcId="{90FA6C8C-497A-46FD-90E7-8C92D7B075B8}" destId="{953DE3E5-3B02-43A7-BBEF-B37B7CFE8B14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EEB4CC-3F1D-4195-8B87-504CB3EB6044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240493C0-C418-4885-8128-8685C06D6B21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REQUIREMENT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FD01C92F-344A-4346-A105-DCFC251FBBBE}" type="parTrans" cxnId="{EE3D8318-FAFE-4DBC-9E45-53B308FA3919}">
      <dgm:prSet/>
      <dgm:spPr/>
      <dgm:t>
        <a:bodyPr/>
        <a:lstStyle/>
        <a:p>
          <a:endParaRPr lang="hu-HU"/>
        </a:p>
      </dgm:t>
    </dgm:pt>
    <dgm:pt modelId="{90E3F2AD-45EE-4633-A63E-F7F44FE8D74D}" type="sibTrans" cxnId="{EE3D8318-FAFE-4DBC-9E45-53B308FA3919}">
      <dgm:prSet/>
      <dgm:spPr/>
      <dgm:t>
        <a:bodyPr/>
        <a:lstStyle/>
        <a:p>
          <a:endParaRPr lang="hu-HU"/>
        </a:p>
      </dgm:t>
    </dgm:pt>
    <dgm:pt modelId="{3C0592D1-87BC-49DF-B8A2-AA96A1D777A4}">
      <dgm:prSet phldrT="[Szöveg]" custT="1"/>
      <dgm:spPr/>
      <dgm:t>
        <a:bodyPr/>
        <a:lstStyle/>
        <a:p>
          <a:pPr marL="0" algn="l" defTabSz="914400" rtl="0" eaLnBrk="1" latinLnBrk="0" hangingPunct="1"/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MAINTAINABALITY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8E9E3E37-0653-4162-8529-5E79BB05BD64}" type="parTrans" cxnId="{6FAE733B-353E-44B0-BC93-5CC4460232A0}">
      <dgm:prSet/>
      <dgm:spPr/>
      <dgm:t>
        <a:bodyPr/>
        <a:lstStyle/>
        <a:p>
          <a:endParaRPr lang="hu-HU"/>
        </a:p>
      </dgm:t>
    </dgm:pt>
    <dgm:pt modelId="{69A095EE-A7B2-4565-81BF-05795F04B59E}" type="sibTrans" cxnId="{6FAE733B-353E-44B0-BC93-5CC4460232A0}">
      <dgm:prSet/>
      <dgm:spPr/>
      <dgm:t>
        <a:bodyPr/>
        <a:lstStyle/>
        <a:p>
          <a:endParaRPr lang="hu-HU"/>
        </a:p>
      </dgm:t>
    </dgm:pt>
    <dgm:pt modelId="{B94C3580-B02F-4590-8F63-7599A5173C93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PERFORMANCE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354E6887-F64C-42C6-92B5-28ED9D017396}" type="parTrans" cxnId="{B6E975C6-AA51-4782-AE9D-C1904A52490D}">
      <dgm:prSet/>
      <dgm:spPr/>
      <dgm:t>
        <a:bodyPr/>
        <a:lstStyle/>
        <a:p>
          <a:endParaRPr lang="hu-HU"/>
        </a:p>
      </dgm:t>
    </dgm:pt>
    <dgm:pt modelId="{BE904F49-77BA-4ABE-893E-96DE7AB5B393}" type="sibTrans" cxnId="{B6E975C6-AA51-4782-AE9D-C1904A52490D}">
      <dgm:prSet/>
      <dgm:spPr/>
      <dgm:t>
        <a:bodyPr/>
        <a:lstStyle/>
        <a:p>
          <a:endParaRPr lang="hu-HU"/>
        </a:p>
      </dgm:t>
    </dgm:pt>
    <dgm:pt modelId="{F7BEF4ED-84D8-432A-9E13-1E21CFFFF2DB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IMPLEMENTATION</a:t>
          </a:r>
          <a:endParaRPr lang="hu-HU" sz="2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F1131DEA-F340-4A7D-9BD3-94AADCF2BFB5}" type="parTrans" cxnId="{D125439C-6AE9-4962-BC7D-E62197EF6262}">
      <dgm:prSet/>
      <dgm:spPr/>
      <dgm:t>
        <a:bodyPr/>
        <a:lstStyle/>
        <a:p>
          <a:endParaRPr lang="hu-HU"/>
        </a:p>
      </dgm:t>
    </dgm:pt>
    <dgm:pt modelId="{195CF55C-935E-4967-B682-0F866DDD52ED}" type="sibTrans" cxnId="{D125439C-6AE9-4962-BC7D-E62197EF6262}">
      <dgm:prSet/>
      <dgm:spPr/>
      <dgm:t>
        <a:bodyPr/>
        <a:lstStyle/>
        <a:p>
          <a:endParaRPr lang="hu-HU"/>
        </a:p>
      </dgm:t>
    </dgm:pt>
    <dgm:pt modelId="{64E905C8-B31A-43E6-A1CD-63641B8C223C}">
      <dgm:prSet phldrT="[Szöveg]" custT="1"/>
      <dgm:spPr/>
      <dgm:t>
        <a:bodyPr/>
        <a:lstStyle/>
        <a:p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LAYERED ARCHITECTURE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F07D744-4A59-4F76-9C66-2928EAA8248F}" type="parTrans" cxnId="{92425477-2DDE-49FD-BF72-A249EE081414}">
      <dgm:prSet/>
      <dgm:spPr/>
      <dgm:t>
        <a:bodyPr/>
        <a:lstStyle/>
        <a:p>
          <a:endParaRPr lang="hu-HU"/>
        </a:p>
      </dgm:t>
    </dgm:pt>
    <dgm:pt modelId="{49A134A3-1902-4EE7-A9F0-C246D4C927B7}" type="sibTrans" cxnId="{92425477-2DDE-49FD-BF72-A249EE081414}">
      <dgm:prSet/>
      <dgm:spPr/>
      <dgm:t>
        <a:bodyPr/>
        <a:lstStyle/>
        <a:p>
          <a:endParaRPr lang="hu-HU"/>
        </a:p>
      </dgm:t>
    </dgm:pt>
    <dgm:pt modelId="{09D31D13-E61B-46E6-B7ED-30E9A36B7CB4}">
      <dgm:prSet phldrT="[Szöveg]" custT="1"/>
      <dgm:spPr/>
      <dgm:t>
        <a:bodyPr/>
        <a:lstStyle/>
        <a:p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 SUBCOLLECTION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F3C89F05-572A-45BE-BE21-DC6E413249A2}" type="parTrans" cxnId="{ACF3A50D-D9DA-4186-B85F-0DE3B96D90DF}">
      <dgm:prSet/>
      <dgm:spPr/>
      <dgm:t>
        <a:bodyPr/>
        <a:lstStyle/>
        <a:p>
          <a:endParaRPr lang="hu-HU"/>
        </a:p>
      </dgm:t>
    </dgm:pt>
    <dgm:pt modelId="{2F908C15-5493-41C1-B989-38938E639A28}" type="sibTrans" cxnId="{ACF3A50D-D9DA-4186-B85F-0DE3B96D90DF}">
      <dgm:prSet/>
      <dgm:spPr/>
      <dgm:t>
        <a:bodyPr/>
        <a:lstStyle/>
        <a:p>
          <a:endParaRPr lang="hu-HU"/>
        </a:p>
      </dgm:t>
    </dgm:pt>
    <dgm:pt modelId="{26F5B4FC-D400-48C0-81F0-235E14665028}">
      <dgm:prSet phldrT="[Szöveg]" custT="1"/>
      <dgm:spPr/>
      <dgm:t>
        <a:bodyPr/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AUTOMATED TESTING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67BFC8FB-E690-4738-B702-710A9A8814CA}" type="parTrans" cxnId="{0BB0A97D-4C79-4945-92E7-321A332021F7}">
      <dgm:prSet/>
      <dgm:spPr/>
      <dgm:t>
        <a:bodyPr/>
        <a:lstStyle/>
        <a:p>
          <a:endParaRPr lang="hu-HU"/>
        </a:p>
      </dgm:t>
    </dgm:pt>
    <dgm:pt modelId="{DEDD7AAD-026E-45D1-B3E6-1E018ADE6607}" type="sibTrans" cxnId="{0BB0A97D-4C79-4945-92E7-321A332021F7}">
      <dgm:prSet/>
      <dgm:spPr/>
      <dgm:t>
        <a:bodyPr/>
        <a:lstStyle/>
        <a:p>
          <a:endParaRPr lang="hu-HU"/>
        </a:p>
      </dgm:t>
    </dgm:pt>
    <dgm:pt modelId="{CDD2A6D8-B4DB-47F0-9B06-F2C4049F2ED9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SCALABILITY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192F7D6C-C913-4B4B-9C25-CE8EB9DB6E7F}" type="parTrans" cxnId="{BCC52B22-B62E-4CA3-B86C-45AE2D34DD75}">
      <dgm:prSet/>
      <dgm:spPr/>
      <dgm:t>
        <a:bodyPr/>
        <a:lstStyle/>
        <a:p>
          <a:endParaRPr lang="hu-HU"/>
        </a:p>
      </dgm:t>
    </dgm:pt>
    <dgm:pt modelId="{3AEEF1C6-A05E-4B46-BBB2-A501AFFC16BD}" type="sibTrans" cxnId="{BCC52B22-B62E-4CA3-B86C-45AE2D34DD75}">
      <dgm:prSet/>
      <dgm:spPr/>
      <dgm:t>
        <a:bodyPr/>
        <a:lstStyle/>
        <a:p>
          <a:endParaRPr lang="hu-HU"/>
        </a:p>
      </dgm:t>
    </dgm:pt>
    <dgm:pt modelId="{EFB63BBF-B439-4F92-B4B2-9A0B45869F17}">
      <dgm:prSet phldrT="[Szöveg]" custT="1"/>
      <dgm:spPr/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RELIABLITY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E33E056-FFD1-4352-8B52-D523D68400A6}" type="parTrans" cxnId="{4BC6D816-7903-4E39-92D9-17D6E765222A}">
      <dgm:prSet/>
      <dgm:spPr/>
      <dgm:t>
        <a:bodyPr/>
        <a:lstStyle/>
        <a:p>
          <a:endParaRPr lang="hu-HU"/>
        </a:p>
      </dgm:t>
    </dgm:pt>
    <dgm:pt modelId="{28A5CE81-33ED-44F9-86AE-C3159142561D}" type="sibTrans" cxnId="{4BC6D816-7903-4E39-92D9-17D6E765222A}">
      <dgm:prSet/>
      <dgm:spPr/>
      <dgm:t>
        <a:bodyPr/>
        <a:lstStyle/>
        <a:p>
          <a:endParaRPr lang="hu-HU"/>
        </a:p>
      </dgm:t>
    </dgm:pt>
    <dgm:pt modelId="{273C8344-249E-49D9-A6BE-9156E4A20305}">
      <dgm:prSet phldrT="[Szöveg]" custT="1"/>
      <dgm:spPr/>
      <dgm:t>
        <a:bodyPr/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VITE BUILD SYSTEM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90AF0A59-9E4C-4D6C-B051-6B8AE316A4B1}" type="parTrans" cxnId="{60DCFE8A-7318-4215-96E8-390983130303}">
      <dgm:prSet/>
      <dgm:spPr/>
      <dgm:t>
        <a:bodyPr/>
        <a:lstStyle/>
        <a:p>
          <a:endParaRPr lang="hu-HU"/>
        </a:p>
      </dgm:t>
    </dgm:pt>
    <dgm:pt modelId="{2BFDA440-0354-4EBB-89CD-D30F05E3B881}" type="sibTrans" cxnId="{60DCFE8A-7318-4215-96E8-390983130303}">
      <dgm:prSet/>
      <dgm:spPr/>
      <dgm:t>
        <a:bodyPr/>
        <a:lstStyle/>
        <a:p>
          <a:endParaRPr lang="hu-HU"/>
        </a:p>
      </dgm:t>
    </dgm:pt>
    <dgm:pt modelId="{58C8EA02-E5BE-4011-BD8F-C61008322E5F}" type="pres">
      <dgm:prSet presAssocID="{54EEB4CC-3F1D-4195-8B87-504CB3EB6044}" presName="layout" presStyleCnt="0">
        <dgm:presLayoutVars>
          <dgm:chMax/>
          <dgm:chPref/>
          <dgm:dir/>
          <dgm:resizeHandles/>
        </dgm:presLayoutVars>
      </dgm:prSet>
      <dgm:spPr/>
    </dgm:pt>
    <dgm:pt modelId="{7746C203-F860-4CDF-9B40-4F54A548FFC5}" type="pres">
      <dgm:prSet presAssocID="{240493C0-C418-4885-8128-8685C06D6B21}" presName="root" presStyleCnt="0">
        <dgm:presLayoutVars>
          <dgm:chMax/>
          <dgm:chPref/>
        </dgm:presLayoutVars>
      </dgm:prSet>
      <dgm:spPr/>
    </dgm:pt>
    <dgm:pt modelId="{00D8147B-8955-4A1F-BCC9-5CB39C8A003C}" type="pres">
      <dgm:prSet presAssocID="{240493C0-C418-4885-8128-8685C06D6B21}" presName="rootComposite" presStyleCnt="0">
        <dgm:presLayoutVars/>
      </dgm:prSet>
      <dgm:spPr/>
    </dgm:pt>
    <dgm:pt modelId="{DC2A832F-6AB3-4578-A57E-E2D9BD7DE39A}" type="pres">
      <dgm:prSet presAssocID="{240493C0-C418-4885-8128-8685C06D6B21}" presName="ParentAccent" presStyleLbl="alignNode1" presStyleIdx="0" presStyleCnt="2"/>
      <dgm:spPr>
        <a:noFill/>
        <a:ln>
          <a:noFill/>
        </a:ln>
      </dgm:spPr>
    </dgm:pt>
    <dgm:pt modelId="{678A297B-59CA-4A75-BABE-4AE3A0796539}" type="pres">
      <dgm:prSet presAssocID="{240493C0-C418-4885-8128-8685C06D6B21}" presName="ParentSmallAccent" presStyleLbl="fgAcc1" presStyleIdx="0" presStyleCnt="2"/>
      <dgm:spPr>
        <a:ln>
          <a:solidFill>
            <a:schemeClr val="tx1"/>
          </a:solidFill>
        </a:ln>
      </dgm:spPr>
    </dgm:pt>
    <dgm:pt modelId="{1280D96B-CF0E-426A-9C98-881CB1357767}" type="pres">
      <dgm:prSet presAssocID="{240493C0-C418-4885-8128-8685C06D6B21}" presName="Parent" presStyleLbl="revTx" presStyleIdx="0" presStyleCnt="10">
        <dgm:presLayoutVars>
          <dgm:chMax/>
          <dgm:chPref val="4"/>
          <dgm:bulletEnabled val="1"/>
        </dgm:presLayoutVars>
      </dgm:prSet>
      <dgm:spPr/>
    </dgm:pt>
    <dgm:pt modelId="{5BF4C4D2-BDF6-462E-A578-C0C48D4F11D8}" type="pres">
      <dgm:prSet presAssocID="{240493C0-C418-4885-8128-8685C06D6B21}" presName="childShape" presStyleCnt="0">
        <dgm:presLayoutVars>
          <dgm:chMax val="0"/>
          <dgm:chPref val="0"/>
        </dgm:presLayoutVars>
      </dgm:prSet>
      <dgm:spPr/>
    </dgm:pt>
    <dgm:pt modelId="{A656C92C-5BFA-44EE-BDF6-12D40295AFCE}" type="pres">
      <dgm:prSet presAssocID="{3C0592D1-87BC-49DF-B8A2-AA96A1D777A4}" presName="childComposite" presStyleCnt="0">
        <dgm:presLayoutVars>
          <dgm:chMax val="0"/>
          <dgm:chPref val="0"/>
        </dgm:presLayoutVars>
      </dgm:prSet>
      <dgm:spPr/>
    </dgm:pt>
    <dgm:pt modelId="{965C2B80-1EB0-4E18-85BD-943ECB9F69CF}" type="pres">
      <dgm:prSet presAssocID="{3C0592D1-87BC-49DF-B8A2-AA96A1D777A4}" presName="ChildAccent" presStyleLbl="solidFgAcc1" presStyleIdx="0" presStyleCnt="8"/>
      <dgm:spPr>
        <a:ln>
          <a:solidFill>
            <a:schemeClr val="tx1"/>
          </a:solidFill>
        </a:ln>
      </dgm:spPr>
    </dgm:pt>
    <dgm:pt modelId="{65B418E4-DFEA-4C3F-AA1A-0166A0F1F0C6}" type="pres">
      <dgm:prSet presAssocID="{3C0592D1-87BC-49DF-B8A2-AA96A1D777A4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1111CC79-E9AC-465A-9164-4196E0D3BE5F}" type="pres">
      <dgm:prSet presAssocID="{CDD2A6D8-B4DB-47F0-9B06-F2C4049F2ED9}" presName="childComposite" presStyleCnt="0">
        <dgm:presLayoutVars>
          <dgm:chMax val="0"/>
          <dgm:chPref val="0"/>
        </dgm:presLayoutVars>
      </dgm:prSet>
      <dgm:spPr/>
    </dgm:pt>
    <dgm:pt modelId="{359B91B4-EF34-4A03-90FE-746427D5DDD7}" type="pres">
      <dgm:prSet presAssocID="{CDD2A6D8-B4DB-47F0-9B06-F2C4049F2ED9}" presName="ChildAccent" presStyleLbl="solidFgAcc1" presStyleIdx="1" presStyleCnt="8"/>
      <dgm:spPr>
        <a:ln>
          <a:solidFill>
            <a:schemeClr val="tx1">
              <a:lumMod val="95000"/>
            </a:schemeClr>
          </a:solidFill>
        </a:ln>
      </dgm:spPr>
    </dgm:pt>
    <dgm:pt modelId="{06933469-8A6E-4527-8FEF-5722DCDE8CDE}" type="pres">
      <dgm:prSet presAssocID="{CDD2A6D8-B4DB-47F0-9B06-F2C4049F2ED9}" presName="Child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A2BBEA9F-F6D2-4A01-A265-99F3AE90FC98}" type="pres">
      <dgm:prSet presAssocID="{EFB63BBF-B439-4F92-B4B2-9A0B45869F17}" presName="childComposite" presStyleCnt="0">
        <dgm:presLayoutVars>
          <dgm:chMax val="0"/>
          <dgm:chPref val="0"/>
        </dgm:presLayoutVars>
      </dgm:prSet>
      <dgm:spPr/>
    </dgm:pt>
    <dgm:pt modelId="{AD098578-D11A-4442-9FFE-7AA59F7058F1}" type="pres">
      <dgm:prSet presAssocID="{EFB63BBF-B439-4F92-B4B2-9A0B45869F17}" presName="ChildAccent" presStyleLbl="solidFgAcc1" presStyleIdx="2" presStyleCnt="8"/>
      <dgm:spPr>
        <a:ln>
          <a:solidFill>
            <a:schemeClr val="tx1">
              <a:lumMod val="95000"/>
            </a:schemeClr>
          </a:solidFill>
        </a:ln>
      </dgm:spPr>
    </dgm:pt>
    <dgm:pt modelId="{B79D5BA7-8BD0-4ADE-BBEC-F75D1C5F453B}" type="pres">
      <dgm:prSet presAssocID="{EFB63BBF-B439-4F92-B4B2-9A0B45869F17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8918C42E-F4FE-4FCF-A10F-83E3002EA2F4}" type="pres">
      <dgm:prSet presAssocID="{B94C3580-B02F-4590-8F63-7599A5173C93}" presName="childComposite" presStyleCnt="0">
        <dgm:presLayoutVars>
          <dgm:chMax val="0"/>
          <dgm:chPref val="0"/>
        </dgm:presLayoutVars>
      </dgm:prSet>
      <dgm:spPr/>
    </dgm:pt>
    <dgm:pt modelId="{A6262222-8438-44F1-A785-4AE89E8329A3}" type="pres">
      <dgm:prSet presAssocID="{B94C3580-B02F-4590-8F63-7599A5173C93}" presName="ChildAccent" presStyleLbl="solidFgAcc1" presStyleIdx="3" presStyleCnt="8"/>
      <dgm:spPr>
        <a:ln>
          <a:solidFill>
            <a:schemeClr val="tx1"/>
          </a:solidFill>
        </a:ln>
      </dgm:spPr>
    </dgm:pt>
    <dgm:pt modelId="{CB299092-A487-470A-886C-70AFC4FBE07F}" type="pres">
      <dgm:prSet presAssocID="{B94C3580-B02F-4590-8F63-7599A5173C93}" presName="Child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78E284D8-6640-4D24-AE61-C7C61C0ACF07}" type="pres">
      <dgm:prSet presAssocID="{F7BEF4ED-84D8-432A-9E13-1E21CFFFF2DB}" presName="root" presStyleCnt="0">
        <dgm:presLayoutVars>
          <dgm:chMax/>
          <dgm:chPref/>
        </dgm:presLayoutVars>
      </dgm:prSet>
      <dgm:spPr/>
    </dgm:pt>
    <dgm:pt modelId="{7DF386C0-E967-4D75-902D-5C2A1151517B}" type="pres">
      <dgm:prSet presAssocID="{F7BEF4ED-84D8-432A-9E13-1E21CFFFF2DB}" presName="rootComposite" presStyleCnt="0">
        <dgm:presLayoutVars/>
      </dgm:prSet>
      <dgm:spPr/>
    </dgm:pt>
    <dgm:pt modelId="{3920820D-17C0-4551-9313-112E194B29AB}" type="pres">
      <dgm:prSet presAssocID="{F7BEF4ED-84D8-432A-9E13-1E21CFFFF2DB}" presName="ParentAccent" presStyleLbl="alignNode1" presStyleIdx="1" presStyleCnt="2"/>
      <dgm:spPr>
        <a:noFill/>
        <a:ln>
          <a:noFill/>
        </a:ln>
      </dgm:spPr>
    </dgm:pt>
    <dgm:pt modelId="{6ED730E7-3B75-4E43-95DB-ED532772BE17}" type="pres">
      <dgm:prSet presAssocID="{F7BEF4ED-84D8-432A-9E13-1E21CFFFF2DB}" presName="ParentSmallAccent" presStyleLbl="fgAcc1" presStyleIdx="1" presStyleCnt="2"/>
      <dgm:spPr>
        <a:ln>
          <a:solidFill>
            <a:schemeClr val="tx1"/>
          </a:solidFill>
        </a:ln>
      </dgm:spPr>
    </dgm:pt>
    <dgm:pt modelId="{6D81E061-F1AA-4B56-B738-A4B27A6554FE}" type="pres">
      <dgm:prSet presAssocID="{F7BEF4ED-84D8-432A-9E13-1E21CFFFF2DB}" presName="Parent" presStyleLbl="revTx" presStyleIdx="5" presStyleCnt="10">
        <dgm:presLayoutVars>
          <dgm:chMax/>
          <dgm:chPref val="4"/>
          <dgm:bulletEnabled val="1"/>
        </dgm:presLayoutVars>
      </dgm:prSet>
      <dgm:spPr/>
    </dgm:pt>
    <dgm:pt modelId="{545D1D0C-2618-457C-BD86-D41B4673DDE0}" type="pres">
      <dgm:prSet presAssocID="{F7BEF4ED-84D8-432A-9E13-1E21CFFFF2DB}" presName="childShape" presStyleCnt="0">
        <dgm:presLayoutVars>
          <dgm:chMax val="0"/>
          <dgm:chPref val="0"/>
        </dgm:presLayoutVars>
      </dgm:prSet>
      <dgm:spPr/>
    </dgm:pt>
    <dgm:pt modelId="{94D93EBA-5100-4251-9229-38D4BC0967E9}" type="pres">
      <dgm:prSet presAssocID="{64E905C8-B31A-43E6-A1CD-63641B8C223C}" presName="childComposite" presStyleCnt="0">
        <dgm:presLayoutVars>
          <dgm:chMax val="0"/>
          <dgm:chPref val="0"/>
        </dgm:presLayoutVars>
      </dgm:prSet>
      <dgm:spPr/>
    </dgm:pt>
    <dgm:pt modelId="{6E635826-7117-4670-A7C9-B36793056F44}" type="pres">
      <dgm:prSet presAssocID="{64E905C8-B31A-43E6-A1CD-63641B8C223C}" presName="ChildAccent" presStyleLbl="solidFgAcc1" presStyleIdx="4" presStyleCnt="8"/>
      <dgm:spPr>
        <a:ln>
          <a:solidFill>
            <a:schemeClr val="tx1"/>
          </a:solidFill>
        </a:ln>
      </dgm:spPr>
    </dgm:pt>
    <dgm:pt modelId="{14CD1C7C-3CD3-4BB2-B5F5-A19C7F5A00F3}" type="pres">
      <dgm:prSet presAssocID="{64E905C8-B31A-43E6-A1CD-63641B8C223C}" presName="Child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A19224FA-1B0C-4B4E-A738-4D13DD8FC48C}" type="pres">
      <dgm:prSet presAssocID="{09D31D13-E61B-46E6-B7ED-30E9A36B7CB4}" presName="childComposite" presStyleCnt="0">
        <dgm:presLayoutVars>
          <dgm:chMax val="0"/>
          <dgm:chPref val="0"/>
        </dgm:presLayoutVars>
      </dgm:prSet>
      <dgm:spPr/>
    </dgm:pt>
    <dgm:pt modelId="{2C305F7A-0D74-414B-9038-C4F17C5541C9}" type="pres">
      <dgm:prSet presAssocID="{09D31D13-E61B-46E6-B7ED-30E9A36B7CB4}" presName="ChildAccent" presStyleLbl="solidFgAcc1" presStyleIdx="5" presStyleCnt="8"/>
      <dgm:spPr>
        <a:ln>
          <a:solidFill>
            <a:schemeClr val="tx1"/>
          </a:solidFill>
        </a:ln>
      </dgm:spPr>
    </dgm:pt>
    <dgm:pt modelId="{9B6ECE2D-58A7-466D-A6D2-EBB0FF45CACC}" type="pres">
      <dgm:prSet presAssocID="{09D31D13-E61B-46E6-B7ED-30E9A36B7CB4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A6EF5EAC-63BC-4EF3-9E59-A9E59FDFAE2A}" type="pres">
      <dgm:prSet presAssocID="{26F5B4FC-D400-48C0-81F0-235E14665028}" presName="childComposite" presStyleCnt="0">
        <dgm:presLayoutVars>
          <dgm:chMax val="0"/>
          <dgm:chPref val="0"/>
        </dgm:presLayoutVars>
      </dgm:prSet>
      <dgm:spPr/>
    </dgm:pt>
    <dgm:pt modelId="{791E558C-0E7A-424A-8FE9-ADD7A67D3BB1}" type="pres">
      <dgm:prSet presAssocID="{26F5B4FC-D400-48C0-81F0-235E14665028}" presName="ChildAccent" presStyleLbl="solidFgAcc1" presStyleIdx="6" presStyleCnt="8"/>
      <dgm:spPr>
        <a:ln>
          <a:solidFill>
            <a:schemeClr val="tx1"/>
          </a:solidFill>
        </a:ln>
      </dgm:spPr>
    </dgm:pt>
    <dgm:pt modelId="{362CFB53-9551-4D11-964D-6266FCC97E5B}" type="pres">
      <dgm:prSet presAssocID="{26F5B4FC-D400-48C0-81F0-235E14665028}" presName="Child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90FA6C8C-497A-46FD-90E7-8C92D7B075B8}" type="pres">
      <dgm:prSet presAssocID="{273C8344-249E-49D9-A6BE-9156E4A20305}" presName="childComposite" presStyleCnt="0">
        <dgm:presLayoutVars>
          <dgm:chMax val="0"/>
          <dgm:chPref val="0"/>
        </dgm:presLayoutVars>
      </dgm:prSet>
      <dgm:spPr/>
    </dgm:pt>
    <dgm:pt modelId="{EFA650EE-3F75-48F8-83EB-9551FE3C7566}" type="pres">
      <dgm:prSet presAssocID="{273C8344-249E-49D9-A6BE-9156E4A20305}" presName="ChildAccent" presStyleLbl="solidFgAcc1" presStyleIdx="7" presStyleCnt="8"/>
      <dgm:spPr>
        <a:ln>
          <a:solidFill>
            <a:schemeClr val="tx1"/>
          </a:solidFill>
        </a:ln>
      </dgm:spPr>
    </dgm:pt>
    <dgm:pt modelId="{953DE3E5-3B02-43A7-BBEF-B37B7CFE8B14}" type="pres">
      <dgm:prSet presAssocID="{273C8344-249E-49D9-A6BE-9156E4A20305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ACF3A50D-D9DA-4186-B85F-0DE3B96D90DF}" srcId="{F7BEF4ED-84D8-432A-9E13-1E21CFFFF2DB}" destId="{09D31D13-E61B-46E6-B7ED-30E9A36B7CB4}" srcOrd="1" destOrd="0" parTransId="{F3C89F05-572A-45BE-BE21-DC6E413249A2}" sibTransId="{2F908C15-5493-41C1-B989-38938E639A28}"/>
    <dgm:cxn modelId="{4BC6D816-7903-4E39-92D9-17D6E765222A}" srcId="{240493C0-C418-4885-8128-8685C06D6B21}" destId="{EFB63BBF-B439-4F92-B4B2-9A0B45869F17}" srcOrd="2" destOrd="0" parTransId="{AE33E056-FFD1-4352-8B52-D523D68400A6}" sibTransId="{28A5CE81-33ED-44F9-86AE-C3159142561D}"/>
    <dgm:cxn modelId="{EE3D8318-FAFE-4DBC-9E45-53B308FA3919}" srcId="{54EEB4CC-3F1D-4195-8B87-504CB3EB6044}" destId="{240493C0-C418-4885-8128-8685C06D6B21}" srcOrd="0" destOrd="0" parTransId="{FD01C92F-344A-4346-A105-DCFC251FBBBE}" sibTransId="{90E3F2AD-45EE-4633-A63E-F7F44FE8D74D}"/>
    <dgm:cxn modelId="{BCC52B22-B62E-4CA3-B86C-45AE2D34DD75}" srcId="{240493C0-C418-4885-8128-8685C06D6B21}" destId="{CDD2A6D8-B4DB-47F0-9B06-F2C4049F2ED9}" srcOrd="1" destOrd="0" parTransId="{192F7D6C-C913-4B4B-9C25-CE8EB9DB6E7F}" sibTransId="{3AEEF1C6-A05E-4B46-BBB2-A501AFFC16BD}"/>
    <dgm:cxn modelId="{6FAE733B-353E-44B0-BC93-5CC4460232A0}" srcId="{240493C0-C418-4885-8128-8685C06D6B21}" destId="{3C0592D1-87BC-49DF-B8A2-AA96A1D777A4}" srcOrd="0" destOrd="0" parTransId="{8E9E3E37-0653-4162-8529-5E79BB05BD64}" sibTransId="{69A095EE-A7B2-4565-81BF-05795F04B59E}"/>
    <dgm:cxn modelId="{7C6A0D3C-AE64-4DB7-876A-42DCE669545E}" type="presOf" srcId="{64E905C8-B31A-43E6-A1CD-63641B8C223C}" destId="{14CD1C7C-3CD3-4BB2-B5F5-A19C7F5A00F3}" srcOrd="0" destOrd="0" presId="urn:microsoft.com/office/officeart/2008/layout/SquareAccentList"/>
    <dgm:cxn modelId="{7E528A66-BFF7-4F49-830C-AA43895BCD38}" type="presOf" srcId="{EFB63BBF-B439-4F92-B4B2-9A0B45869F17}" destId="{B79D5BA7-8BD0-4ADE-BBEC-F75D1C5F453B}" srcOrd="0" destOrd="0" presId="urn:microsoft.com/office/officeart/2008/layout/SquareAccentList"/>
    <dgm:cxn modelId="{DB944375-1438-4D7E-829F-09BEF4AC1343}" type="presOf" srcId="{B94C3580-B02F-4590-8F63-7599A5173C93}" destId="{CB299092-A487-470A-886C-70AFC4FBE07F}" srcOrd="0" destOrd="0" presId="urn:microsoft.com/office/officeart/2008/layout/SquareAccentList"/>
    <dgm:cxn modelId="{92425477-2DDE-49FD-BF72-A249EE081414}" srcId="{F7BEF4ED-84D8-432A-9E13-1E21CFFFF2DB}" destId="{64E905C8-B31A-43E6-A1CD-63641B8C223C}" srcOrd="0" destOrd="0" parTransId="{2F07D744-4A59-4F76-9C66-2928EAA8248F}" sibTransId="{49A134A3-1902-4EE7-A9F0-C246D4C927B7}"/>
    <dgm:cxn modelId="{0BB0A97D-4C79-4945-92E7-321A332021F7}" srcId="{F7BEF4ED-84D8-432A-9E13-1E21CFFFF2DB}" destId="{26F5B4FC-D400-48C0-81F0-235E14665028}" srcOrd="2" destOrd="0" parTransId="{67BFC8FB-E690-4738-B702-710A9A8814CA}" sibTransId="{DEDD7AAD-026E-45D1-B3E6-1E018ADE6607}"/>
    <dgm:cxn modelId="{F750C384-D67E-4AC2-84AD-F174E434F4CD}" type="presOf" srcId="{26F5B4FC-D400-48C0-81F0-235E14665028}" destId="{362CFB53-9551-4D11-964D-6266FCC97E5B}" srcOrd="0" destOrd="0" presId="urn:microsoft.com/office/officeart/2008/layout/SquareAccentList"/>
    <dgm:cxn modelId="{80F4D384-22DE-4F35-B8B4-DBE0DCE58F0E}" type="presOf" srcId="{09D31D13-E61B-46E6-B7ED-30E9A36B7CB4}" destId="{9B6ECE2D-58A7-466D-A6D2-EBB0FF45CACC}" srcOrd="0" destOrd="0" presId="urn:microsoft.com/office/officeart/2008/layout/SquareAccentList"/>
    <dgm:cxn modelId="{60DCFE8A-7318-4215-96E8-390983130303}" srcId="{F7BEF4ED-84D8-432A-9E13-1E21CFFFF2DB}" destId="{273C8344-249E-49D9-A6BE-9156E4A20305}" srcOrd="3" destOrd="0" parTransId="{90AF0A59-9E4C-4D6C-B051-6B8AE316A4B1}" sibTransId="{2BFDA440-0354-4EBB-89CD-D30F05E3B881}"/>
    <dgm:cxn modelId="{D125439C-6AE9-4962-BC7D-E62197EF6262}" srcId="{54EEB4CC-3F1D-4195-8B87-504CB3EB6044}" destId="{F7BEF4ED-84D8-432A-9E13-1E21CFFFF2DB}" srcOrd="1" destOrd="0" parTransId="{F1131DEA-F340-4A7D-9BD3-94AADCF2BFB5}" sibTransId="{195CF55C-935E-4967-B682-0F866DDD52ED}"/>
    <dgm:cxn modelId="{E91E86B9-F42A-4A72-A232-3A1078D1DF9A}" type="presOf" srcId="{F7BEF4ED-84D8-432A-9E13-1E21CFFFF2DB}" destId="{6D81E061-F1AA-4B56-B738-A4B27A6554FE}" srcOrd="0" destOrd="0" presId="urn:microsoft.com/office/officeart/2008/layout/SquareAccentList"/>
    <dgm:cxn modelId="{52F356C0-3B13-4968-9686-11DD1A6C902B}" type="presOf" srcId="{CDD2A6D8-B4DB-47F0-9B06-F2C4049F2ED9}" destId="{06933469-8A6E-4527-8FEF-5722DCDE8CDE}" srcOrd="0" destOrd="0" presId="urn:microsoft.com/office/officeart/2008/layout/SquareAccentList"/>
    <dgm:cxn modelId="{B6E975C6-AA51-4782-AE9D-C1904A52490D}" srcId="{240493C0-C418-4885-8128-8685C06D6B21}" destId="{B94C3580-B02F-4590-8F63-7599A5173C93}" srcOrd="3" destOrd="0" parTransId="{354E6887-F64C-42C6-92B5-28ED9D017396}" sibTransId="{BE904F49-77BA-4ABE-893E-96DE7AB5B393}"/>
    <dgm:cxn modelId="{66DD16CF-DD1A-4998-B4A6-BD347258C7F8}" type="presOf" srcId="{240493C0-C418-4885-8128-8685C06D6B21}" destId="{1280D96B-CF0E-426A-9C98-881CB1357767}" srcOrd="0" destOrd="0" presId="urn:microsoft.com/office/officeart/2008/layout/SquareAccentList"/>
    <dgm:cxn modelId="{7EB010E6-94C0-4A16-A041-5C3BF2777E0B}" type="presOf" srcId="{54EEB4CC-3F1D-4195-8B87-504CB3EB6044}" destId="{58C8EA02-E5BE-4011-BD8F-C61008322E5F}" srcOrd="0" destOrd="0" presId="urn:microsoft.com/office/officeart/2008/layout/SquareAccentList"/>
    <dgm:cxn modelId="{BEE602EC-31AF-4DE4-994A-E2C15642A4F9}" type="presOf" srcId="{273C8344-249E-49D9-A6BE-9156E4A20305}" destId="{953DE3E5-3B02-43A7-BBEF-B37B7CFE8B14}" srcOrd="0" destOrd="0" presId="urn:microsoft.com/office/officeart/2008/layout/SquareAccentList"/>
    <dgm:cxn modelId="{D21E89FF-AC12-4E6C-87C1-7C84F9DB6595}" type="presOf" srcId="{3C0592D1-87BC-49DF-B8A2-AA96A1D777A4}" destId="{65B418E4-DFEA-4C3F-AA1A-0166A0F1F0C6}" srcOrd="0" destOrd="0" presId="urn:microsoft.com/office/officeart/2008/layout/SquareAccentList"/>
    <dgm:cxn modelId="{3A9687AF-F60E-4A41-AE32-7A855D2B9B66}" type="presParOf" srcId="{58C8EA02-E5BE-4011-BD8F-C61008322E5F}" destId="{7746C203-F860-4CDF-9B40-4F54A548FFC5}" srcOrd="0" destOrd="0" presId="urn:microsoft.com/office/officeart/2008/layout/SquareAccentList"/>
    <dgm:cxn modelId="{169D7652-6121-4457-9909-C7AFAD3C52E3}" type="presParOf" srcId="{7746C203-F860-4CDF-9B40-4F54A548FFC5}" destId="{00D8147B-8955-4A1F-BCC9-5CB39C8A003C}" srcOrd="0" destOrd="0" presId="urn:microsoft.com/office/officeart/2008/layout/SquareAccentList"/>
    <dgm:cxn modelId="{BE500273-773A-45A9-88AA-36DB6E7C1CA7}" type="presParOf" srcId="{00D8147B-8955-4A1F-BCC9-5CB39C8A003C}" destId="{DC2A832F-6AB3-4578-A57E-E2D9BD7DE39A}" srcOrd="0" destOrd="0" presId="urn:microsoft.com/office/officeart/2008/layout/SquareAccentList"/>
    <dgm:cxn modelId="{ABA92AFD-6A3A-4E76-A4C2-B1E4602B46A9}" type="presParOf" srcId="{00D8147B-8955-4A1F-BCC9-5CB39C8A003C}" destId="{678A297B-59CA-4A75-BABE-4AE3A0796539}" srcOrd="1" destOrd="0" presId="urn:microsoft.com/office/officeart/2008/layout/SquareAccentList"/>
    <dgm:cxn modelId="{E89A158D-B0E5-496F-BAC5-3C585E3090F6}" type="presParOf" srcId="{00D8147B-8955-4A1F-BCC9-5CB39C8A003C}" destId="{1280D96B-CF0E-426A-9C98-881CB1357767}" srcOrd="2" destOrd="0" presId="urn:microsoft.com/office/officeart/2008/layout/SquareAccentList"/>
    <dgm:cxn modelId="{9749671A-5BA9-4090-A2FE-24E34F6C57D8}" type="presParOf" srcId="{7746C203-F860-4CDF-9B40-4F54A548FFC5}" destId="{5BF4C4D2-BDF6-462E-A578-C0C48D4F11D8}" srcOrd="1" destOrd="0" presId="urn:microsoft.com/office/officeart/2008/layout/SquareAccentList"/>
    <dgm:cxn modelId="{581DEC36-3A73-4809-80F5-6AA7D78FBC6F}" type="presParOf" srcId="{5BF4C4D2-BDF6-462E-A578-C0C48D4F11D8}" destId="{A656C92C-5BFA-44EE-BDF6-12D40295AFCE}" srcOrd="0" destOrd="0" presId="urn:microsoft.com/office/officeart/2008/layout/SquareAccentList"/>
    <dgm:cxn modelId="{3E2A210C-6444-40E7-82F5-A490ED4BCA33}" type="presParOf" srcId="{A656C92C-5BFA-44EE-BDF6-12D40295AFCE}" destId="{965C2B80-1EB0-4E18-85BD-943ECB9F69CF}" srcOrd="0" destOrd="0" presId="urn:microsoft.com/office/officeart/2008/layout/SquareAccentList"/>
    <dgm:cxn modelId="{979DBA78-BF3F-4774-9389-8C795718DD95}" type="presParOf" srcId="{A656C92C-5BFA-44EE-BDF6-12D40295AFCE}" destId="{65B418E4-DFEA-4C3F-AA1A-0166A0F1F0C6}" srcOrd="1" destOrd="0" presId="urn:microsoft.com/office/officeart/2008/layout/SquareAccentList"/>
    <dgm:cxn modelId="{8C86AA80-E70D-43F6-9284-8D9F1A2EDF49}" type="presParOf" srcId="{5BF4C4D2-BDF6-462E-A578-C0C48D4F11D8}" destId="{1111CC79-E9AC-465A-9164-4196E0D3BE5F}" srcOrd="1" destOrd="0" presId="urn:microsoft.com/office/officeart/2008/layout/SquareAccentList"/>
    <dgm:cxn modelId="{81099B3E-80BC-4F1A-A20E-A0A98B903240}" type="presParOf" srcId="{1111CC79-E9AC-465A-9164-4196E0D3BE5F}" destId="{359B91B4-EF34-4A03-90FE-746427D5DDD7}" srcOrd="0" destOrd="0" presId="urn:microsoft.com/office/officeart/2008/layout/SquareAccentList"/>
    <dgm:cxn modelId="{3478FCFA-3210-48F4-BD9B-1F9BC94ADD1A}" type="presParOf" srcId="{1111CC79-E9AC-465A-9164-4196E0D3BE5F}" destId="{06933469-8A6E-4527-8FEF-5722DCDE8CDE}" srcOrd="1" destOrd="0" presId="urn:microsoft.com/office/officeart/2008/layout/SquareAccentList"/>
    <dgm:cxn modelId="{3E0937C6-D761-4522-8678-CC6C48D80E2C}" type="presParOf" srcId="{5BF4C4D2-BDF6-462E-A578-C0C48D4F11D8}" destId="{A2BBEA9F-F6D2-4A01-A265-99F3AE90FC98}" srcOrd="2" destOrd="0" presId="urn:microsoft.com/office/officeart/2008/layout/SquareAccentList"/>
    <dgm:cxn modelId="{7D516FB4-3A23-4819-9A03-1E66C1FA7F64}" type="presParOf" srcId="{A2BBEA9F-F6D2-4A01-A265-99F3AE90FC98}" destId="{AD098578-D11A-4442-9FFE-7AA59F7058F1}" srcOrd="0" destOrd="0" presId="urn:microsoft.com/office/officeart/2008/layout/SquareAccentList"/>
    <dgm:cxn modelId="{E2B14889-EA72-4279-9E80-D0C33CF5CB03}" type="presParOf" srcId="{A2BBEA9F-F6D2-4A01-A265-99F3AE90FC98}" destId="{B79D5BA7-8BD0-4ADE-BBEC-F75D1C5F453B}" srcOrd="1" destOrd="0" presId="urn:microsoft.com/office/officeart/2008/layout/SquareAccentList"/>
    <dgm:cxn modelId="{ABF7DC6E-79B5-4767-A90B-EDD6EA4183A7}" type="presParOf" srcId="{5BF4C4D2-BDF6-462E-A578-C0C48D4F11D8}" destId="{8918C42E-F4FE-4FCF-A10F-83E3002EA2F4}" srcOrd="3" destOrd="0" presId="urn:microsoft.com/office/officeart/2008/layout/SquareAccentList"/>
    <dgm:cxn modelId="{EC4F1991-DC12-43EA-970E-E291E60EA268}" type="presParOf" srcId="{8918C42E-F4FE-4FCF-A10F-83E3002EA2F4}" destId="{A6262222-8438-44F1-A785-4AE89E8329A3}" srcOrd="0" destOrd="0" presId="urn:microsoft.com/office/officeart/2008/layout/SquareAccentList"/>
    <dgm:cxn modelId="{6A204B7F-6422-476E-A6FA-2A70B528A722}" type="presParOf" srcId="{8918C42E-F4FE-4FCF-A10F-83E3002EA2F4}" destId="{CB299092-A487-470A-886C-70AFC4FBE07F}" srcOrd="1" destOrd="0" presId="urn:microsoft.com/office/officeart/2008/layout/SquareAccentList"/>
    <dgm:cxn modelId="{461F0286-4201-4130-ACA3-70510CF57705}" type="presParOf" srcId="{58C8EA02-E5BE-4011-BD8F-C61008322E5F}" destId="{78E284D8-6640-4D24-AE61-C7C61C0ACF07}" srcOrd="1" destOrd="0" presId="urn:microsoft.com/office/officeart/2008/layout/SquareAccentList"/>
    <dgm:cxn modelId="{E0A95681-8C70-4874-8DE9-5EFEF41A75DF}" type="presParOf" srcId="{78E284D8-6640-4D24-AE61-C7C61C0ACF07}" destId="{7DF386C0-E967-4D75-902D-5C2A1151517B}" srcOrd="0" destOrd="0" presId="urn:microsoft.com/office/officeart/2008/layout/SquareAccentList"/>
    <dgm:cxn modelId="{4EABD674-98E2-4377-BC66-7C1A65332627}" type="presParOf" srcId="{7DF386C0-E967-4D75-902D-5C2A1151517B}" destId="{3920820D-17C0-4551-9313-112E194B29AB}" srcOrd="0" destOrd="0" presId="urn:microsoft.com/office/officeart/2008/layout/SquareAccentList"/>
    <dgm:cxn modelId="{FB6A0FC4-CC98-4EA7-A9A9-9EAF037ED298}" type="presParOf" srcId="{7DF386C0-E967-4D75-902D-5C2A1151517B}" destId="{6ED730E7-3B75-4E43-95DB-ED532772BE17}" srcOrd="1" destOrd="0" presId="urn:microsoft.com/office/officeart/2008/layout/SquareAccentList"/>
    <dgm:cxn modelId="{E7479464-1505-4881-9DC7-AA7443D99507}" type="presParOf" srcId="{7DF386C0-E967-4D75-902D-5C2A1151517B}" destId="{6D81E061-F1AA-4B56-B738-A4B27A6554FE}" srcOrd="2" destOrd="0" presId="urn:microsoft.com/office/officeart/2008/layout/SquareAccentList"/>
    <dgm:cxn modelId="{3E57A663-8151-4F07-8589-7FBDB8DAE0D7}" type="presParOf" srcId="{78E284D8-6640-4D24-AE61-C7C61C0ACF07}" destId="{545D1D0C-2618-457C-BD86-D41B4673DDE0}" srcOrd="1" destOrd="0" presId="urn:microsoft.com/office/officeart/2008/layout/SquareAccentList"/>
    <dgm:cxn modelId="{DBCFE358-D492-4589-9CCF-3597077D1CE9}" type="presParOf" srcId="{545D1D0C-2618-457C-BD86-D41B4673DDE0}" destId="{94D93EBA-5100-4251-9229-38D4BC0967E9}" srcOrd="0" destOrd="0" presId="urn:microsoft.com/office/officeart/2008/layout/SquareAccentList"/>
    <dgm:cxn modelId="{6D4C08BB-E1CC-4F4B-843F-C7940C46CAD0}" type="presParOf" srcId="{94D93EBA-5100-4251-9229-38D4BC0967E9}" destId="{6E635826-7117-4670-A7C9-B36793056F44}" srcOrd="0" destOrd="0" presId="urn:microsoft.com/office/officeart/2008/layout/SquareAccentList"/>
    <dgm:cxn modelId="{00D206C5-9788-4E32-8926-601798CE991C}" type="presParOf" srcId="{94D93EBA-5100-4251-9229-38D4BC0967E9}" destId="{14CD1C7C-3CD3-4BB2-B5F5-A19C7F5A00F3}" srcOrd="1" destOrd="0" presId="urn:microsoft.com/office/officeart/2008/layout/SquareAccentList"/>
    <dgm:cxn modelId="{D3F2E839-2981-44B4-866F-6C5335F2EA42}" type="presParOf" srcId="{545D1D0C-2618-457C-BD86-D41B4673DDE0}" destId="{A19224FA-1B0C-4B4E-A738-4D13DD8FC48C}" srcOrd="1" destOrd="0" presId="urn:microsoft.com/office/officeart/2008/layout/SquareAccentList"/>
    <dgm:cxn modelId="{A23158CD-433F-4469-AC27-9686E71CD756}" type="presParOf" srcId="{A19224FA-1B0C-4B4E-A738-4D13DD8FC48C}" destId="{2C305F7A-0D74-414B-9038-C4F17C5541C9}" srcOrd="0" destOrd="0" presId="urn:microsoft.com/office/officeart/2008/layout/SquareAccentList"/>
    <dgm:cxn modelId="{E9C2486B-FB92-44CC-ADF5-374C4C78898D}" type="presParOf" srcId="{A19224FA-1B0C-4B4E-A738-4D13DD8FC48C}" destId="{9B6ECE2D-58A7-466D-A6D2-EBB0FF45CACC}" srcOrd="1" destOrd="0" presId="urn:microsoft.com/office/officeart/2008/layout/SquareAccentList"/>
    <dgm:cxn modelId="{C41C8DEB-5681-4C9A-904C-FA2EAD9D40E3}" type="presParOf" srcId="{545D1D0C-2618-457C-BD86-D41B4673DDE0}" destId="{A6EF5EAC-63BC-4EF3-9E59-A9E59FDFAE2A}" srcOrd="2" destOrd="0" presId="urn:microsoft.com/office/officeart/2008/layout/SquareAccentList"/>
    <dgm:cxn modelId="{8621B2CD-A9A3-45F3-96C9-06C6B74131C6}" type="presParOf" srcId="{A6EF5EAC-63BC-4EF3-9E59-A9E59FDFAE2A}" destId="{791E558C-0E7A-424A-8FE9-ADD7A67D3BB1}" srcOrd="0" destOrd="0" presId="urn:microsoft.com/office/officeart/2008/layout/SquareAccentList"/>
    <dgm:cxn modelId="{1543EB03-9417-4E0C-A950-18173339872D}" type="presParOf" srcId="{A6EF5EAC-63BC-4EF3-9E59-A9E59FDFAE2A}" destId="{362CFB53-9551-4D11-964D-6266FCC97E5B}" srcOrd="1" destOrd="0" presId="urn:microsoft.com/office/officeart/2008/layout/SquareAccentList"/>
    <dgm:cxn modelId="{7BCD295D-F2F5-4050-A21A-BBBCBDEDC970}" type="presParOf" srcId="{545D1D0C-2618-457C-BD86-D41B4673DDE0}" destId="{90FA6C8C-497A-46FD-90E7-8C92D7B075B8}" srcOrd="3" destOrd="0" presId="urn:microsoft.com/office/officeart/2008/layout/SquareAccentList"/>
    <dgm:cxn modelId="{1B1B8D3E-A96A-4FEB-AAF2-0781DB81ED0F}" type="presParOf" srcId="{90FA6C8C-497A-46FD-90E7-8C92D7B075B8}" destId="{EFA650EE-3F75-48F8-83EB-9551FE3C7566}" srcOrd="0" destOrd="0" presId="urn:microsoft.com/office/officeart/2008/layout/SquareAccentList"/>
    <dgm:cxn modelId="{C433F89C-C6FF-4926-8A6E-7193EC8773DC}" type="presParOf" srcId="{90FA6C8C-497A-46FD-90E7-8C92D7B075B8}" destId="{953DE3E5-3B02-43A7-BBEF-B37B7CFE8B14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>
              <a:lumMod val="95000"/>
            </a:schemeClr>
          </a:solidFill>
        </a:ln>
      </dgm:spPr>
      <dgm:t>
        <a:bodyPr/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FRONTEND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/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/>
        </a:p>
      </dgm:t>
    </dgm:pt>
    <dgm:pt modelId="{F9F8E560-8767-4911-A759-0DAA7F022155}">
      <dgm:prSet phldrT="[Szöveg]" custT="1"/>
      <dgm:spPr>
        <a:noFill/>
        <a:ln>
          <a:solidFill>
            <a:schemeClr val="tx1">
              <a:lumMod val="95000"/>
            </a:schemeClr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TYPESCRIPT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/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/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>
              <a:lumMod val="95000"/>
            </a:schemeClr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BUILD SYSTEM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F9F8E560-8767-4911-A759-0DAA7F022155}">
      <dgm:prSet phldrT="[Szöveg]" custT="1"/>
      <dgm:spPr>
        <a:noFill/>
        <a:ln>
          <a:solidFill>
            <a:schemeClr val="tx1">
              <a:lumMod val="95000"/>
            </a:schemeClr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VITE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>
              <a:lumMod val="95000"/>
            </a:schemeClr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BACKEND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F9F8E560-8767-4911-A759-0DAA7F022155}">
      <dgm:prSet phldrT="[Szöveg]" custT="1"/>
      <dgm:spPr>
        <a:noFill/>
        <a:ln>
          <a:solidFill>
            <a:schemeClr val="tx1">
              <a:lumMod val="95000"/>
            </a:schemeClr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FIREBASE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DATABASE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F9F8E560-8767-4911-A759-0DAA7F022155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8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AUTHENTICATION</a:t>
          </a:r>
          <a:endParaRPr lang="hu-HU" sz="8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/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/>
        </a:p>
      </dgm:t>
    </dgm:pt>
    <dgm:pt modelId="{F9F8E560-8767-4911-A759-0DAA7F022155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FIREBASE AUTH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/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/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HOSTING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/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/>
        </a:p>
      </dgm:t>
    </dgm:pt>
    <dgm:pt modelId="{F9F8E560-8767-4911-A759-0DAA7F022155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FIREBASE HOSTING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/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/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1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AUTOMATION</a:t>
          </a:r>
          <a:endParaRPr lang="hu-HU" sz="11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/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/>
        </a:p>
      </dgm:t>
    </dgm:pt>
    <dgm:pt modelId="{F9F8E560-8767-4911-A759-0DAA7F022155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CLOUD FUNCTIONS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/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/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0A83EE4-4788-4D88-BE4B-39E209B8AF6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1AFDCB7A-5D07-494F-ABF5-19406BACEE28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TESTING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2D9138BE-99E4-4DC6-8B0F-1F7A95B46840}" type="parTrans" cxnId="{113E268E-5A9A-46B4-964F-EAFDA95E7FB6}">
      <dgm:prSet/>
      <dgm:spPr/>
      <dgm:t>
        <a:bodyPr/>
        <a:lstStyle/>
        <a:p>
          <a:endParaRPr lang="hu-HU"/>
        </a:p>
      </dgm:t>
    </dgm:pt>
    <dgm:pt modelId="{A76ED2E3-8B71-4706-9D48-8E009FB13A39}" type="sibTrans" cxnId="{113E268E-5A9A-46B4-964F-EAFDA95E7FB6}">
      <dgm:prSet/>
      <dgm:spPr/>
      <dgm:t>
        <a:bodyPr/>
        <a:lstStyle/>
        <a:p>
          <a:endParaRPr lang="hu-HU"/>
        </a:p>
      </dgm:t>
    </dgm:pt>
    <dgm:pt modelId="{F9F8E560-8767-4911-A759-0DAA7F022155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VITEST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ADD518CB-331C-4235-B928-36FD3AD5846C}" type="parTrans" cxnId="{CD3BEE35-2A09-4F2A-9D32-4053F4C88D4B}">
      <dgm:prSet/>
      <dgm:spPr/>
      <dgm:t>
        <a:bodyPr/>
        <a:lstStyle/>
        <a:p>
          <a:endParaRPr lang="hu-HU"/>
        </a:p>
      </dgm:t>
    </dgm:pt>
    <dgm:pt modelId="{0FBB4B14-21D5-4953-BD85-4D71F8E49D77}" type="sibTrans" cxnId="{CD3BEE35-2A09-4F2A-9D32-4053F4C88D4B}">
      <dgm:prSet/>
      <dgm:spPr/>
      <dgm:t>
        <a:bodyPr/>
        <a:lstStyle/>
        <a:p>
          <a:endParaRPr lang="hu-HU"/>
        </a:p>
      </dgm:t>
    </dgm:pt>
    <dgm:pt modelId="{95E44393-6E94-4108-9995-B9FFF0C24851}" type="pres">
      <dgm:prSet presAssocID="{20A83EE4-4788-4D88-BE4B-39E209B8AF6A}" presName="diagram" presStyleCnt="0">
        <dgm:presLayoutVars>
          <dgm:dir/>
          <dgm:resizeHandles val="exact"/>
        </dgm:presLayoutVars>
      </dgm:prSet>
      <dgm:spPr/>
    </dgm:pt>
    <dgm:pt modelId="{A381C60A-B748-403F-96AD-4C0756BC983F}" type="pres">
      <dgm:prSet presAssocID="{1AFDCB7A-5D07-494F-ABF5-19406BACEE28}" presName="arrow" presStyleLbl="node1" presStyleIdx="0" presStyleCnt="2">
        <dgm:presLayoutVars>
          <dgm:bulletEnabled val="1"/>
        </dgm:presLayoutVars>
      </dgm:prSet>
      <dgm:spPr/>
    </dgm:pt>
    <dgm:pt modelId="{19E0C81B-9A0D-4B66-B66D-81B08B91AE1D}" type="pres">
      <dgm:prSet presAssocID="{F9F8E560-8767-4911-A759-0DAA7F022155}" presName="arrow" presStyleLbl="node1" presStyleIdx="1" presStyleCnt="2">
        <dgm:presLayoutVars>
          <dgm:bulletEnabled val="1"/>
        </dgm:presLayoutVars>
      </dgm:prSet>
      <dgm:spPr/>
    </dgm:pt>
  </dgm:ptLst>
  <dgm:cxnLst>
    <dgm:cxn modelId="{B6BA7107-EAFE-4A86-9F93-4AA0869917DC}" type="presOf" srcId="{20A83EE4-4788-4D88-BE4B-39E209B8AF6A}" destId="{95E44393-6E94-4108-9995-B9FFF0C24851}" srcOrd="0" destOrd="0" presId="urn:microsoft.com/office/officeart/2005/8/layout/arrow5"/>
    <dgm:cxn modelId="{B28B532B-FE3E-4DC5-9353-108D4DF51A9C}" type="presOf" srcId="{F9F8E560-8767-4911-A759-0DAA7F022155}" destId="{19E0C81B-9A0D-4B66-B66D-81B08B91AE1D}" srcOrd="0" destOrd="0" presId="urn:microsoft.com/office/officeart/2005/8/layout/arrow5"/>
    <dgm:cxn modelId="{CD3BEE35-2A09-4F2A-9D32-4053F4C88D4B}" srcId="{20A83EE4-4788-4D88-BE4B-39E209B8AF6A}" destId="{F9F8E560-8767-4911-A759-0DAA7F022155}" srcOrd="1" destOrd="0" parTransId="{ADD518CB-331C-4235-B928-36FD3AD5846C}" sibTransId="{0FBB4B14-21D5-4953-BD85-4D71F8E49D77}"/>
    <dgm:cxn modelId="{113E268E-5A9A-46B4-964F-EAFDA95E7FB6}" srcId="{20A83EE4-4788-4D88-BE4B-39E209B8AF6A}" destId="{1AFDCB7A-5D07-494F-ABF5-19406BACEE28}" srcOrd="0" destOrd="0" parTransId="{2D9138BE-99E4-4DC6-8B0F-1F7A95B46840}" sibTransId="{A76ED2E3-8B71-4706-9D48-8E009FB13A39}"/>
    <dgm:cxn modelId="{3E187A92-142D-47F1-A19A-4B0B59D3DF36}" type="presOf" srcId="{1AFDCB7A-5D07-494F-ABF5-19406BACEE28}" destId="{A381C60A-B748-403F-96AD-4C0756BC983F}" srcOrd="0" destOrd="0" presId="urn:microsoft.com/office/officeart/2005/8/layout/arrow5"/>
    <dgm:cxn modelId="{E7CCA687-C317-4B7A-A060-1A6B705239C6}" type="presParOf" srcId="{95E44393-6E94-4108-9995-B9FFF0C24851}" destId="{A381C60A-B748-403F-96AD-4C0756BC983F}" srcOrd="0" destOrd="0" presId="urn:microsoft.com/office/officeart/2005/8/layout/arrow5"/>
    <dgm:cxn modelId="{EC7F31CB-2933-42E6-927C-CDFD2BA77C1C}" type="presParOf" srcId="{95E44393-6E94-4108-9995-B9FFF0C24851}" destId="{19E0C81B-9A0D-4B66-B66D-81B08B91AE1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4851480-A6D3-47F0-B4B9-7AE3EB6EAE5C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3CA5D01A-5A45-4C03-A2E6-D644656E03DB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UI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B460D7E0-E6AD-4779-9A15-3730AD4DC987}" type="parTrans" cxnId="{AFBF7B49-1005-4069-A20F-D3C45A8AD6CE}">
      <dgm:prSet/>
      <dgm:spPr/>
      <dgm:t>
        <a:bodyPr/>
        <a:lstStyle/>
        <a:p>
          <a:endParaRPr lang="hu-HU" sz="3000"/>
        </a:p>
      </dgm:t>
    </dgm:pt>
    <dgm:pt modelId="{A80D23FE-CE67-405A-9685-9F38AC22D40F}" type="sibTrans" cxnId="{AFBF7B49-1005-4069-A20F-D3C45A8AD6CE}">
      <dgm:prSet/>
      <dgm:spPr/>
      <dgm:t>
        <a:bodyPr/>
        <a:lstStyle/>
        <a:p>
          <a:endParaRPr lang="hu-HU" sz="3000"/>
        </a:p>
      </dgm:t>
    </dgm:pt>
    <dgm:pt modelId="{0A56335E-E05A-48D0-89F9-DEFBCC77BD7D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SCRIPT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C933A04C-86E7-4E69-8042-C2C6070A5369}" type="parTrans" cxnId="{F95D4E13-3EED-499B-9DE4-2F1FFEDF2345}">
      <dgm:prSet/>
      <dgm:spPr/>
      <dgm:t>
        <a:bodyPr/>
        <a:lstStyle/>
        <a:p>
          <a:endParaRPr lang="hu-HU" sz="3000"/>
        </a:p>
      </dgm:t>
    </dgm:pt>
    <dgm:pt modelId="{ADDCCCD6-AE30-4A64-A4CD-50169583B301}" type="sibTrans" cxnId="{F95D4E13-3EED-499B-9DE4-2F1FFEDF2345}">
      <dgm:prSet/>
      <dgm:spPr/>
      <dgm:t>
        <a:bodyPr/>
        <a:lstStyle/>
        <a:p>
          <a:endParaRPr lang="hu-HU" sz="3000"/>
        </a:p>
      </dgm:t>
    </dgm:pt>
    <dgm:pt modelId="{723F9BB9-7105-4028-8230-E84C36C72C70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VALIDATION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B6ECBCDA-7BFE-4063-914C-C3F61CEBCDAC}" type="parTrans" cxnId="{DF34A24E-A070-41C1-9E13-0BA823FDCA2B}">
      <dgm:prSet/>
      <dgm:spPr/>
      <dgm:t>
        <a:bodyPr/>
        <a:lstStyle/>
        <a:p>
          <a:endParaRPr lang="hu-HU" sz="3000"/>
        </a:p>
      </dgm:t>
    </dgm:pt>
    <dgm:pt modelId="{08883B01-F8A2-48C3-8DDB-FCE883A1F62A}" type="sibTrans" cxnId="{DF34A24E-A070-41C1-9E13-0BA823FDCA2B}">
      <dgm:prSet/>
      <dgm:spPr/>
      <dgm:t>
        <a:bodyPr/>
        <a:lstStyle/>
        <a:p>
          <a:endParaRPr lang="hu-HU" sz="3000"/>
        </a:p>
      </dgm:t>
    </dgm:pt>
    <dgm:pt modelId="{0696ADE2-4C0E-4337-B93E-A824DF4D9E14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SERVICE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EB2AB6B7-C15D-4AC6-8278-0FE953FCD2A4}" type="parTrans" cxnId="{234FF020-74FE-4F04-8F50-28377102ED76}">
      <dgm:prSet/>
      <dgm:spPr/>
      <dgm:t>
        <a:bodyPr/>
        <a:lstStyle/>
        <a:p>
          <a:endParaRPr lang="hu-HU" sz="3000"/>
        </a:p>
      </dgm:t>
    </dgm:pt>
    <dgm:pt modelId="{459B2CEB-E440-4B43-A203-8827B30E061A}" type="sibTrans" cxnId="{234FF020-74FE-4F04-8F50-28377102ED76}">
      <dgm:prSet/>
      <dgm:spPr/>
      <dgm:t>
        <a:bodyPr/>
        <a:lstStyle/>
        <a:p>
          <a:endParaRPr lang="hu-HU" sz="3000"/>
        </a:p>
      </dgm:t>
    </dgm:pt>
    <dgm:pt modelId="{85FA7382-B1E6-462B-A97B-DC635E03F253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SDK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523850A1-949B-4383-A4CB-05090268DC05}" type="parTrans" cxnId="{CF2344BF-6F77-454C-BF63-2420DD0D79FA}">
      <dgm:prSet/>
      <dgm:spPr/>
      <dgm:t>
        <a:bodyPr/>
        <a:lstStyle/>
        <a:p>
          <a:endParaRPr lang="hu-HU" sz="3000"/>
        </a:p>
      </dgm:t>
    </dgm:pt>
    <dgm:pt modelId="{959E17BC-4510-4784-AF93-413E15C961BA}" type="sibTrans" cxnId="{CF2344BF-6F77-454C-BF63-2420DD0D79FA}">
      <dgm:prSet/>
      <dgm:spPr/>
      <dgm:t>
        <a:bodyPr/>
        <a:lstStyle/>
        <a:p>
          <a:endParaRPr lang="hu-HU" sz="3000"/>
        </a:p>
      </dgm:t>
    </dgm:pt>
    <dgm:pt modelId="{939AB94F-514E-4245-B425-A06F9AD9A28A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gm:t>
    </dgm:pt>
    <dgm:pt modelId="{7D11DB0F-730F-47CD-B19E-20257BD18317}" type="parTrans" cxnId="{F190165D-949F-4B0F-ABBE-403D7A9BA856}">
      <dgm:prSet/>
      <dgm:spPr/>
      <dgm:t>
        <a:bodyPr/>
        <a:lstStyle/>
        <a:p>
          <a:endParaRPr lang="hu-HU" sz="3000"/>
        </a:p>
      </dgm:t>
    </dgm:pt>
    <dgm:pt modelId="{015DC32B-CFD1-48FC-B7AF-BC33AE67850E}" type="sibTrans" cxnId="{F190165D-949F-4B0F-ABBE-403D7A9BA856}">
      <dgm:prSet/>
      <dgm:spPr/>
      <dgm:t>
        <a:bodyPr/>
        <a:lstStyle/>
        <a:p>
          <a:endParaRPr lang="hu-HU" sz="3000"/>
        </a:p>
      </dgm:t>
    </dgm:pt>
    <dgm:pt modelId="{8F68EA44-35D4-49A8-A244-6A18DD6E0099}" type="pres">
      <dgm:prSet presAssocID="{B4851480-A6D3-47F0-B4B9-7AE3EB6EAE5C}" presName="Name0" presStyleCnt="0">
        <dgm:presLayoutVars>
          <dgm:dir/>
          <dgm:animLvl val="lvl"/>
          <dgm:resizeHandles val="exact"/>
        </dgm:presLayoutVars>
      </dgm:prSet>
      <dgm:spPr/>
    </dgm:pt>
    <dgm:pt modelId="{88ED96D3-0525-4B36-A9A6-C5F54F4C1AFB}" type="pres">
      <dgm:prSet presAssocID="{3CA5D01A-5A45-4C03-A2E6-D644656E03DB}" presName="Name8" presStyleCnt="0"/>
      <dgm:spPr/>
    </dgm:pt>
    <dgm:pt modelId="{D6B41752-C33B-4ED4-9087-626BAE4F437E}" type="pres">
      <dgm:prSet presAssocID="{3CA5D01A-5A45-4C03-A2E6-D644656E03DB}" presName="level" presStyleLbl="node1" presStyleIdx="0" presStyleCnt="6">
        <dgm:presLayoutVars>
          <dgm:chMax val="1"/>
          <dgm:bulletEnabled val="1"/>
        </dgm:presLayoutVars>
      </dgm:prSet>
      <dgm:spPr/>
    </dgm:pt>
    <dgm:pt modelId="{9512E1D1-880C-4D85-9223-49753776DE3C}" type="pres">
      <dgm:prSet presAssocID="{3CA5D01A-5A45-4C03-A2E6-D644656E03D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1402ABE-DAC3-4231-8089-6446206D88AB}" type="pres">
      <dgm:prSet presAssocID="{0A56335E-E05A-48D0-89F9-DEFBCC77BD7D}" presName="Name8" presStyleCnt="0"/>
      <dgm:spPr/>
    </dgm:pt>
    <dgm:pt modelId="{4FFFE552-4010-4FAC-90D7-2ED57B69CCD3}" type="pres">
      <dgm:prSet presAssocID="{0A56335E-E05A-48D0-89F9-DEFBCC77BD7D}" presName="level" presStyleLbl="node1" presStyleIdx="1" presStyleCnt="6">
        <dgm:presLayoutVars>
          <dgm:chMax val="1"/>
          <dgm:bulletEnabled val="1"/>
        </dgm:presLayoutVars>
      </dgm:prSet>
      <dgm:spPr/>
    </dgm:pt>
    <dgm:pt modelId="{83D83533-29FD-4A5E-980A-D457A65D32BC}" type="pres">
      <dgm:prSet presAssocID="{0A56335E-E05A-48D0-89F9-DEFBCC77BD7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F7B8C95-8A9D-45AC-A9C8-0D22B8212554}" type="pres">
      <dgm:prSet presAssocID="{723F9BB9-7105-4028-8230-E84C36C72C70}" presName="Name8" presStyleCnt="0"/>
      <dgm:spPr/>
    </dgm:pt>
    <dgm:pt modelId="{9E178856-DD64-4958-8362-4F1F4200C847}" type="pres">
      <dgm:prSet presAssocID="{723F9BB9-7105-4028-8230-E84C36C72C70}" presName="level" presStyleLbl="node1" presStyleIdx="2" presStyleCnt="6">
        <dgm:presLayoutVars>
          <dgm:chMax val="1"/>
          <dgm:bulletEnabled val="1"/>
        </dgm:presLayoutVars>
      </dgm:prSet>
      <dgm:spPr/>
    </dgm:pt>
    <dgm:pt modelId="{8E0B0954-8177-4927-B4B8-176F723CE58F}" type="pres">
      <dgm:prSet presAssocID="{723F9BB9-7105-4028-8230-E84C36C72C7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D3018A6-73EA-489A-8C86-FC26EEFA9034}" type="pres">
      <dgm:prSet presAssocID="{0696ADE2-4C0E-4337-B93E-A824DF4D9E14}" presName="Name8" presStyleCnt="0"/>
      <dgm:spPr/>
    </dgm:pt>
    <dgm:pt modelId="{6411BF0F-86B1-4F2D-8400-2792FCAEF50B}" type="pres">
      <dgm:prSet presAssocID="{0696ADE2-4C0E-4337-B93E-A824DF4D9E14}" presName="level" presStyleLbl="node1" presStyleIdx="3" presStyleCnt="6">
        <dgm:presLayoutVars>
          <dgm:chMax val="1"/>
          <dgm:bulletEnabled val="1"/>
        </dgm:presLayoutVars>
      </dgm:prSet>
      <dgm:spPr/>
    </dgm:pt>
    <dgm:pt modelId="{155D17F4-09B8-4492-BB48-54C8AA18F08A}" type="pres">
      <dgm:prSet presAssocID="{0696ADE2-4C0E-4337-B93E-A824DF4D9E1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873BB36-CCC3-4012-8FA9-8A9ACAE5805F}" type="pres">
      <dgm:prSet presAssocID="{85FA7382-B1E6-462B-A97B-DC635E03F253}" presName="Name8" presStyleCnt="0"/>
      <dgm:spPr/>
    </dgm:pt>
    <dgm:pt modelId="{0A4FB300-6B26-4970-B8F0-D45FD1B07D86}" type="pres">
      <dgm:prSet presAssocID="{85FA7382-B1E6-462B-A97B-DC635E03F253}" presName="level" presStyleLbl="node1" presStyleIdx="4" presStyleCnt="6">
        <dgm:presLayoutVars>
          <dgm:chMax val="1"/>
          <dgm:bulletEnabled val="1"/>
        </dgm:presLayoutVars>
      </dgm:prSet>
      <dgm:spPr/>
    </dgm:pt>
    <dgm:pt modelId="{8A032BD9-13CB-4CB4-A7ED-4BD03AFC613E}" type="pres">
      <dgm:prSet presAssocID="{85FA7382-B1E6-462B-A97B-DC635E03F25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567A252-911C-4CB7-835E-747C06E49D0A}" type="pres">
      <dgm:prSet presAssocID="{939AB94F-514E-4245-B425-A06F9AD9A28A}" presName="Name8" presStyleCnt="0"/>
      <dgm:spPr/>
    </dgm:pt>
    <dgm:pt modelId="{F02EE7A6-0FA2-4133-B7AC-A89DECF198B8}" type="pres">
      <dgm:prSet presAssocID="{939AB94F-514E-4245-B425-A06F9AD9A28A}" presName="level" presStyleLbl="node1" presStyleIdx="5" presStyleCnt="6">
        <dgm:presLayoutVars>
          <dgm:chMax val="1"/>
          <dgm:bulletEnabled val="1"/>
        </dgm:presLayoutVars>
      </dgm:prSet>
      <dgm:spPr/>
    </dgm:pt>
    <dgm:pt modelId="{7AB2DA28-2B72-41BC-A209-B55638586CF9}" type="pres">
      <dgm:prSet presAssocID="{939AB94F-514E-4245-B425-A06F9AD9A28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95D4E13-3EED-499B-9DE4-2F1FFEDF2345}" srcId="{B4851480-A6D3-47F0-B4B9-7AE3EB6EAE5C}" destId="{0A56335E-E05A-48D0-89F9-DEFBCC77BD7D}" srcOrd="1" destOrd="0" parTransId="{C933A04C-86E7-4E69-8042-C2C6070A5369}" sibTransId="{ADDCCCD6-AE30-4A64-A4CD-50169583B301}"/>
    <dgm:cxn modelId="{04F51A17-547B-46EA-B36D-C439EC8E8DA0}" type="presOf" srcId="{723F9BB9-7105-4028-8230-E84C36C72C70}" destId="{8E0B0954-8177-4927-B4B8-176F723CE58F}" srcOrd="1" destOrd="0" presId="urn:microsoft.com/office/officeart/2005/8/layout/pyramid1"/>
    <dgm:cxn modelId="{234FF020-74FE-4F04-8F50-28377102ED76}" srcId="{B4851480-A6D3-47F0-B4B9-7AE3EB6EAE5C}" destId="{0696ADE2-4C0E-4337-B93E-A824DF4D9E14}" srcOrd="3" destOrd="0" parTransId="{EB2AB6B7-C15D-4AC6-8278-0FE953FCD2A4}" sibTransId="{459B2CEB-E440-4B43-A203-8827B30E061A}"/>
    <dgm:cxn modelId="{6B12FA2B-404A-439E-A79D-7BD2C4F15630}" type="presOf" srcId="{723F9BB9-7105-4028-8230-E84C36C72C70}" destId="{9E178856-DD64-4958-8362-4F1F4200C847}" srcOrd="0" destOrd="0" presId="urn:microsoft.com/office/officeart/2005/8/layout/pyramid1"/>
    <dgm:cxn modelId="{22DC532D-7890-4098-93ED-BC98E3FD24DD}" type="presOf" srcId="{3CA5D01A-5A45-4C03-A2E6-D644656E03DB}" destId="{9512E1D1-880C-4D85-9223-49753776DE3C}" srcOrd="1" destOrd="0" presId="urn:microsoft.com/office/officeart/2005/8/layout/pyramid1"/>
    <dgm:cxn modelId="{36042938-9C45-42BC-A5C1-20DF5866A532}" type="presOf" srcId="{0A56335E-E05A-48D0-89F9-DEFBCC77BD7D}" destId="{4FFFE552-4010-4FAC-90D7-2ED57B69CCD3}" srcOrd="0" destOrd="0" presId="urn:microsoft.com/office/officeart/2005/8/layout/pyramid1"/>
    <dgm:cxn modelId="{D3A9B53B-1AFE-42DC-A834-1AC43C4F929D}" type="presOf" srcId="{B4851480-A6D3-47F0-B4B9-7AE3EB6EAE5C}" destId="{8F68EA44-35D4-49A8-A244-6A18DD6E0099}" srcOrd="0" destOrd="0" presId="urn:microsoft.com/office/officeart/2005/8/layout/pyramid1"/>
    <dgm:cxn modelId="{F190165D-949F-4B0F-ABBE-403D7A9BA856}" srcId="{B4851480-A6D3-47F0-B4B9-7AE3EB6EAE5C}" destId="{939AB94F-514E-4245-B425-A06F9AD9A28A}" srcOrd="5" destOrd="0" parTransId="{7D11DB0F-730F-47CD-B19E-20257BD18317}" sibTransId="{015DC32B-CFD1-48FC-B7AF-BC33AE67850E}"/>
    <dgm:cxn modelId="{429BCA61-A472-47D4-8FB0-DF975C520C03}" type="presOf" srcId="{0A56335E-E05A-48D0-89F9-DEFBCC77BD7D}" destId="{83D83533-29FD-4A5E-980A-D457A65D32BC}" srcOrd="1" destOrd="0" presId="urn:microsoft.com/office/officeart/2005/8/layout/pyramid1"/>
    <dgm:cxn modelId="{F7183466-215D-49B4-9CDA-9023D96EA8CF}" type="presOf" srcId="{939AB94F-514E-4245-B425-A06F9AD9A28A}" destId="{7AB2DA28-2B72-41BC-A209-B55638586CF9}" srcOrd="1" destOrd="0" presId="urn:microsoft.com/office/officeart/2005/8/layout/pyramid1"/>
    <dgm:cxn modelId="{AFBF7B49-1005-4069-A20F-D3C45A8AD6CE}" srcId="{B4851480-A6D3-47F0-B4B9-7AE3EB6EAE5C}" destId="{3CA5D01A-5A45-4C03-A2E6-D644656E03DB}" srcOrd="0" destOrd="0" parTransId="{B460D7E0-E6AD-4779-9A15-3730AD4DC987}" sibTransId="{A80D23FE-CE67-405A-9685-9F38AC22D40F}"/>
    <dgm:cxn modelId="{13E3E149-0E14-44F0-AF2F-56C03374765A}" type="presOf" srcId="{85FA7382-B1E6-462B-A97B-DC635E03F253}" destId="{8A032BD9-13CB-4CB4-A7ED-4BD03AFC613E}" srcOrd="1" destOrd="0" presId="urn:microsoft.com/office/officeart/2005/8/layout/pyramid1"/>
    <dgm:cxn modelId="{DF34A24E-A070-41C1-9E13-0BA823FDCA2B}" srcId="{B4851480-A6D3-47F0-B4B9-7AE3EB6EAE5C}" destId="{723F9BB9-7105-4028-8230-E84C36C72C70}" srcOrd="2" destOrd="0" parTransId="{B6ECBCDA-7BFE-4063-914C-C3F61CEBCDAC}" sibTransId="{08883B01-F8A2-48C3-8DDB-FCE883A1F62A}"/>
    <dgm:cxn modelId="{C8EB3872-98A0-4E58-9E1A-BCCFF8252021}" type="presOf" srcId="{3CA5D01A-5A45-4C03-A2E6-D644656E03DB}" destId="{D6B41752-C33B-4ED4-9087-626BAE4F437E}" srcOrd="0" destOrd="0" presId="urn:microsoft.com/office/officeart/2005/8/layout/pyramid1"/>
    <dgm:cxn modelId="{ABDCE776-5D55-4F91-BC1B-EAA221DCC3EF}" type="presOf" srcId="{85FA7382-B1E6-462B-A97B-DC635E03F253}" destId="{0A4FB300-6B26-4970-B8F0-D45FD1B07D86}" srcOrd="0" destOrd="0" presId="urn:microsoft.com/office/officeart/2005/8/layout/pyramid1"/>
    <dgm:cxn modelId="{3AD01787-1CEC-417D-AADE-F5A992AC7F89}" type="presOf" srcId="{0696ADE2-4C0E-4337-B93E-A824DF4D9E14}" destId="{6411BF0F-86B1-4F2D-8400-2792FCAEF50B}" srcOrd="0" destOrd="0" presId="urn:microsoft.com/office/officeart/2005/8/layout/pyramid1"/>
    <dgm:cxn modelId="{890BAA9D-712E-420E-8030-BAA689B8098D}" type="presOf" srcId="{0696ADE2-4C0E-4337-B93E-A824DF4D9E14}" destId="{155D17F4-09B8-4492-BB48-54C8AA18F08A}" srcOrd="1" destOrd="0" presId="urn:microsoft.com/office/officeart/2005/8/layout/pyramid1"/>
    <dgm:cxn modelId="{CF2344BF-6F77-454C-BF63-2420DD0D79FA}" srcId="{B4851480-A6D3-47F0-B4B9-7AE3EB6EAE5C}" destId="{85FA7382-B1E6-462B-A97B-DC635E03F253}" srcOrd="4" destOrd="0" parTransId="{523850A1-949B-4383-A4CB-05090268DC05}" sibTransId="{959E17BC-4510-4784-AF93-413E15C961BA}"/>
    <dgm:cxn modelId="{273D29E2-A9BA-46EF-BA83-08C3AC374258}" type="presOf" srcId="{939AB94F-514E-4245-B425-A06F9AD9A28A}" destId="{F02EE7A6-0FA2-4133-B7AC-A89DECF198B8}" srcOrd="0" destOrd="0" presId="urn:microsoft.com/office/officeart/2005/8/layout/pyramid1"/>
    <dgm:cxn modelId="{94C5251A-7A36-49F6-927A-6A338835503A}" type="presParOf" srcId="{8F68EA44-35D4-49A8-A244-6A18DD6E0099}" destId="{88ED96D3-0525-4B36-A9A6-C5F54F4C1AFB}" srcOrd="0" destOrd="0" presId="urn:microsoft.com/office/officeart/2005/8/layout/pyramid1"/>
    <dgm:cxn modelId="{531BE0E5-FED9-42AC-94E6-BC56FAE727B6}" type="presParOf" srcId="{88ED96D3-0525-4B36-A9A6-C5F54F4C1AFB}" destId="{D6B41752-C33B-4ED4-9087-626BAE4F437E}" srcOrd="0" destOrd="0" presId="urn:microsoft.com/office/officeart/2005/8/layout/pyramid1"/>
    <dgm:cxn modelId="{0524F365-B6E0-4F6D-9D2E-9C9C564D7392}" type="presParOf" srcId="{88ED96D3-0525-4B36-A9A6-C5F54F4C1AFB}" destId="{9512E1D1-880C-4D85-9223-49753776DE3C}" srcOrd="1" destOrd="0" presId="urn:microsoft.com/office/officeart/2005/8/layout/pyramid1"/>
    <dgm:cxn modelId="{44590318-DC0D-46BD-8C28-C86607231BB7}" type="presParOf" srcId="{8F68EA44-35D4-49A8-A244-6A18DD6E0099}" destId="{C1402ABE-DAC3-4231-8089-6446206D88AB}" srcOrd="1" destOrd="0" presId="urn:microsoft.com/office/officeart/2005/8/layout/pyramid1"/>
    <dgm:cxn modelId="{22B33B33-3D13-4C60-BA89-6F47A5980AFE}" type="presParOf" srcId="{C1402ABE-DAC3-4231-8089-6446206D88AB}" destId="{4FFFE552-4010-4FAC-90D7-2ED57B69CCD3}" srcOrd="0" destOrd="0" presId="urn:microsoft.com/office/officeart/2005/8/layout/pyramid1"/>
    <dgm:cxn modelId="{5E0A4544-9ADE-4573-9AA0-0AE0FBCAD8DA}" type="presParOf" srcId="{C1402ABE-DAC3-4231-8089-6446206D88AB}" destId="{83D83533-29FD-4A5E-980A-D457A65D32BC}" srcOrd="1" destOrd="0" presId="urn:microsoft.com/office/officeart/2005/8/layout/pyramid1"/>
    <dgm:cxn modelId="{1C18BFAC-4B37-4E17-91D9-510828808630}" type="presParOf" srcId="{8F68EA44-35D4-49A8-A244-6A18DD6E0099}" destId="{FF7B8C95-8A9D-45AC-A9C8-0D22B8212554}" srcOrd="2" destOrd="0" presId="urn:microsoft.com/office/officeart/2005/8/layout/pyramid1"/>
    <dgm:cxn modelId="{EE649513-400E-4BEF-AF1F-B65382801230}" type="presParOf" srcId="{FF7B8C95-8A9D-45AC-A9C8-0D22B8212554}" destId="{9E178856-DD64-4958-8362-4F1F4200C847}" srcOrd="0" destOrd="0" presId="urn:microsoft.com/office/officeart/2005/8/layout/pyramid1"/>
    <dgm:cxn modelId="{BFF52FA6-6BED-4027-AA53-AB261BEEAC13}" type="presParOf" srcId="{FF7B8C95-8A9D-45AC-A9C8-0D22B8212554}" destId="{8E0B0954-8177-4927-B4B8-176F723CE58F}" srcOrd="1" destOrd="0" presId="urn:microsoft.com/office/officeart/2005/8/layout/pyramid1"/>
    <dgm:cxn modelId="{1607A043-07C6-4F5C-A9A1-3533AC3BDD33}" type="presParOf" srcId="{8F68EA44-35D4-49A8-A244-6A18DD6E0099}" destId="{5D3018A6-73EA-489A-8C86-FC26EEFA9034}" srcOrd="3" destOrd="0" presId="urn:microsoft.com/office/officeart/2005/8/layout/pyramid1"/>
    <dgm:cxn modelId="{8F92D536-38DE-44A2-B2E2-2821BEF43044}" type="presParOf" srcId="{5D3018A6-73EA-489A-8C86-FC26EEFA9034}" destId="{6411BF0F-86B1-4F2D-8400-2792FCAEF50B}" srcOrd="0" destOrd="0" presId="urn:microsoft.com/office/officeart/2005/8/layout/pyramid1"/>
    <dgm:cxn modelId="{699D3B7B-7963-46F4-9C31-696C118DE4CA}" type="presParOf" srcId="{5D3018A6-73EA-489A-8C86-FC26EEFA9034}" destId="{155D17F4-09B8-4492-BB48-54C8AA18F08A}" srcOrd="1" destOrd="0" presId="urn:microsoft.com/office/officeart/2005/8/layout/pyramid1"/>
    <dgm:cxn modelId="{F78EDA31-2D87-4D4C-97FB-E38584BDDE80}" type="presParOf" srcId="{8F68EA44-35D4-49A8-A244-6A18DD6E0099}" destId="{7873BB36-CCC3-4012-8FA9-8A9ACAE5805F}" srcOrd="4" destOrd="0" presId="urn:microsoft.com/office/officeart/2005/8/layout/pyramid1"/>
    <dgm:cxn modelId="{679FC25C-78D2-407B-A18D-DB8323D1087F}" type="presParOf" srcId="{7873BB36-CCC3-4012-8FA9-8A9ACAE5805F}" destId="{0A4FB300-6B26-4970-B8F0-D45FD1B07D86}" srcOrd="0" destOrd="0" presId="urn:microsoft.com/office/officeart/2005/8/layout/pyramid1"/>
    <dgm:cxn modelId="{4A5ED413-9834-4E26-A0D2-EFB3CD97A9D2}" type="presParOf" srcId="{7873BB36-CCC3-4012-8FA9-8A9ACAE5805F}" destId="{8A032BD9-13CB-4CB4-A7ED-4BD03AFC613E}" srcOrd="1" destOrd="0" presId="urn:microsoft.com/office/officeart/2005/8/layout/pyramid1"/>
    <dgm:cxn modelId="{85935392-5BD1-4F1A-95A4-20464740957B}" type="presParOf" srcId="{8F68EA44-35D4-49A8-A244-6A18DD6E0099}" destId="{E567A252-911C-4CB7-835E-747C06E49D0A}" srcOrd="5" destOrd="0" presId="urn:microsoft.com/office/officeart/2005/8/layout/pyramid1"/>
    <dgm:cxn modelId="{684F5280-746D-42C4-81C0-E106B0031241}" type="presParOf" srcId="{E567A252-911C-4CB7-835E-747C06E49D0A}" destId="{F02EE7A6-0FA2-4133-B7AC-A89DECF198B8}" srcOrd="0" destOrd="0" presId="urn:microsoft.com/office/officeart/2005/8/layout/pyramid1"/>
    <dgm:cxn modelId="{249B0CFD-2ED2-4382-BF67-7D44F944DB86}" type="presParOf" srcId="{E567A252-911C-4CB7-835E-747C06E49D0A}" destId="{7AB2DA28-2B72-41BC-A209-B55638586CF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7C53D45-90B0-4349-876D-1777B8571099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6E8B8669-B394-471A-96DB-6B6193B7C563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users</a:t>
          </a:r>
          <a:endParaRPr lang="hu-HU" sz="1600" b="1" dirty="0">
            <a:solidFill>
              <a:schemeClr val="tx1"/>
            </a:solidFill>
          </a:endParaRPr>
        </a:p>
      </dgm:t>
    </dgm:pt>
    <dgm:pt modelId="{288B9B6A-8EB1-4AE0-89E9-60C78FC8173E}" type="parTrans" cxnId="{25110607-20EC-4B6B-9BF7-C655FD9F3B52}">
      <dgm:prSet/>
      <dgm:spPr/>
      <dgm:t>
        <a:bodyPr/>
        <a:lstStyle/>
        <a:p>
          <a:endParaRPr lang="hu-HU" sz="1600" b="1"/>
        </a:p>
      </dgm:t>
    </dgm:pt>
    <dgm:pt modelId="{49F45467-A66C-43A9-90AF-1FC9F4C9B81D}" type="sibTrans" cxnId="{25110607-20EC-4B6B-9BF7-C655FD9F3B52}">
      <dgm:prSet/>
      <dgm:spPr/>
      <dgm:t>
        <a:bodyPr/>
        <a:lstStyle/>
        <a:p>
          <a:endParaRPr lang="hu-HU" sz="1600" b="1"/>
        </a:p>
      </dgm:t>
    </dgm:pt>
    <dgm:pt modelId="{037BDE68-8A84-4EE3-B375-E524249D6114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err="1">
              <a:solidFill>
                <a:schemeClr val="tx1"/>
              </a:solidFill>
            </a:rPr>
            <a:t>userID</a:t>
          </a:r>
          <a:endParaRPr lang="hu-HU" sz="1600" b="1" dirty="0">
            <a:solidFill>
              <a:schemeClr val="tx1"/>
            </a:solidFill>
          </a:endParaRPr>
        </a:p>
      </dgm:t>
    </dgm:pt>
    <dgm:pt modelId="{57CEA4D3-6A8D-42C6-A51A-CAB0520664E8}" type="parTrans" cxnId="{01F592DF-C15F-4D02-9C98-5E36720A4C7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hu-HU" sz="1600" b="1"/>
        </a:p>
      </dgm:t>
    </dgm:pt>
    <dgm:pt modelId="{A1401DC6-20C2-4984-BF6E-3D1317B78154}" type="sibTrans" cxnId="{01F592DF-C15F-4D02-9C98-5E36720A4C75}">
      <dgm:prSet/>
      <dgm:spPr/>
      <dgm:t>
        <a:bodyPr/>
        <a:lstStyle/>
        <a:p>
          <a:endParaRPr lang="hu-HU" sz="1600" b="1"/>
        </a:p>
      </dgm:t>
    </dgm:pt>
    <dgm:pt modelId="{9011AAF8-F94B-45FD-87A7-95C9A665198C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err="1">
              <a:solidFill>
                <a:schemeClr val="tx1"/>
              </a:solidFill>
            </a:rPr>
            <a:t>profileData</a:t>
          </a:r>
          <a:endParaRPr lang="hu-HU" sz="1600" b="1" dirty="0">
            <a:solidFill>
              <a:schemeClr val="tx1"/>
            </a:solidFill>
          </a:endParaRPr>
        </a:p>
      </dgm:t>
    </dgm:pt>
    <dgm:pt modelId="{A77379F8-101B-4D7A-8A5B-ED9AA4B54BC6}" type="parTrans" cxnId="{EFCE13E5-1F30-43EA-A53E-232D3AA17993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hu-HU" sz="1600" b="1"/>
        </a:p>
      </dgm:t>
    </dgm:pt>
    <dgm:pt modelId="{EF2977CB-41F2-4580-AEF3-06A7E005A0F9}" type="sibTrans" cxnId="{EFCE13E5-1F30-43EA-A53E-232D3AA17993}">
      <dgm:prSet/>
      <dgm:spPr/>
      <dgm:t>
        <a:bodyPr/>
        <a:lstStyle/>
        <a:p>
          <a:endParaRPr lang="hu-HU" sz="1600" b="1"/>
        </a:p>
      </dgm:t>
    </dgm:pt>
    <dgm:pt modelId="{13080FD6-E6E4-4DFB-B43E-A75125F0CB74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tasks</a:t>
          </a:r>
          <a:endParaRPr lang="hu-HU" sz="1600" b="1" dirty="0">
            <a:solidFill>
              <a:schemeClr val="tx1"/>
            </a:solidFill>
          </a:endParaRPr>
        </a:p>
      </dgm:t>
    </dgm:pt>
    <dgm:pt modelId="{6AA0C9DC-BF50-43DA-8374-A855762B5978}" type="parTrans" cxnId="{C1434D61-27CA-4A1A-8EB7-01D5A3B41389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hu-HU" sz="1600" b="1"/>
        </a:p>
      </dgm:t>
    </dgm:pt>
    <dgm:pt modelId="{F464D16C-8495-4330-98D0-8B790071A501}" type="sibTrans" cxnId="{C1434D61-27CA-4A1A-8EB7-01D5A3B41389}">
      <dgm:prSet/>
      <dgm:spPr/>
      <dgm:t>
        <a:bodyPr/>
        <a:lstStyle/>
        <a:p>
          <a:endParaRPr lang="hu-HU" sz="1600" b="1"/>
        </a:p>
      </dgm:t>
    </dgm:pt>
    <dgm:pt modelId="{DF6CD44D-D70D-4150-B302-7265B17372BA}">
      <dgm:prSet phldrT="[Szöveg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err="1">
              <a:solidFill>
                <a:schemeClr val="tx1"/>
              </a:solidFill>
            </a:rPr>
            <a:t>taskTypes</a:t>
          </a:r>
          <a:endParaRPr lang="hu-HU" sz="1600" b="1" dirty="0">
            <a:solidFill>
              <a:schemeClr val="tx1"/>
            </a:solidFill>
          </a:endParaRPr>
        </a:p>
      </dgm:t>
    </dgm:pt>
    <dgm:pt modelId="{5594FDB4-450D-482E-B0D2-DED9FC2AE7A1}" type="parTrans" cxnId="{5DCA713C-51A6-4869-9689-03D1BE3873F6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hu-HU" sz="1600" b="1"/>
        </a:p>
      </dgm:t>
    </dgm:pt>
    <dgm:pt modelId="{177EC74A-9D6C-4318-83AF-559E833C550B}" type="sibTrans" cxnId="{5DCA713C-51A6-4869-9689-03D1BE3873F6}">
      <dgm:prSet/>
      <dgm:spPr/>
      <dgm:t>
        <a:bodyPr/>
        <a:lstStyle/>
        <a:p>
          <a:endParaRPr lang="hu-HU" sz="1600" b="1"/>
        </a:p>
      </dgm:t>
    </dgm:pt>
    <dgm:pt modelId="{70ADF912-D570-4CE4-9299-2217B3DEF424}" type="pres">
      <dgm:prSet presAssocID="{B7C53D45-90B0-4349-876D-1777B857109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038E8E-80C2-4A53-9D09-AC1DC4E12551}" type="pres">
      <dgm:prSet presAssocID="{B7C53D45-90B0-4349-876D-1777B8571099}" presName="hierFlow" presStyleCnt="0"/>
      <dgm:spPr/>
    </dgm:pt>
    <dgm:pt modelId="{B1157AA8-C111-47BA-B6FE-7BA144FF32D4}" type="pres">
      <dgm:prSet presAssocID="{B7C53D45-90B0-4349-876D-1777B857109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F4092BC-2D9F-4DD9-880F-CC1413ADF44A}" type="pres">
      <dgm:prSet presAssocID="{6E8B8669-B394-471A-96DB-6B6193B7C563}" presName="Name17" presStyleCnt="0"/>
      <dgm:spPr/>
    </dgm:pt>
    <dgm:pt modelId="{AA2A9018-7887-44CB-AEBC-D92958EB18ED}" type="pres">
      <dgm:prSet presAssocID="{6E8B8669-B394-471A-96DB-6B6193B7C563}" presName="level1Shape" presStyleLbl="node0" presStyleIdx="0" presStyleCnt="1" custScaleX="56332" custScaleY="54466">
        <dgm:presLayoutVars>
          <dgm:chPref val="3"/>
        </dgm:presLayoutVars>
      </dgm:prSet>
      <dgm:spPr/>
    </dgm:pt>
    <dgm:pt modelId="{5C79A3B6-1C37-444B-A209-568FC489B35E}" type="pres">
      <dgm:prSet presAssocID="{6E8B8669-B394-471A-96DB-6B6193B7C563}" presName="hierChild2" presStyleCnt="0"/>
      <dgm:spPr/>
    </dgm:pt>
    <dgm:pt modelId="{6216AFF4-221C-458E-A191-C14911BE9D39}" type="pres">
      <dgm:prSet presAssocID="{57CEA4D3-6A8D-42C6-A51A-CAB0520664E8}" presName="Name25" presStyleLbl="parChTrans1D2" presStyleIdx="0" presStyleCnt="1"/>
      <dgm:spPr/>
    </dgm:pt>
    <dgm:pt modelId="{EF92D151-D5FD-4F09-968F-0035EA01B8B7}" type="pres">
      <dgm:prSet presAssocID="{57CEA4D3-6A8D-42C6-A51A-CAB0520664E8}" presName="connTx" presStyleLbl="parChTrans1D2" presStyleIdx="0" presStyleCnt="1"/>
      <dgm:spPr/>
    </dgm:pt>
    <dgm:pt modelId="{C9A29882-E17B-47B1-9359-CF3B02042798}" type="pres">
      <dgm:prSet presAssocID="{037BDE68-8A84-4EE3-B375-E524249D6114}" presName="Name30" presStyleCnt="0"/>
      <dgm:spPr/>
    </dgm:pt>
    <dgm:pt modelId="{B2890AF7-5B9E-4E82-A61C-E0326A0A4F1E}" type="pres">
      <dgm:prSet presAssocID="{037BDE68-8A84-4EE3-B375-E524249D6114}" presName="level2Shape" presStyleLbl="node2" presStyleIdx="0" presStyleCnt="1" custScaleX="56744" custScaleY="54858"/>
      <dgm:spPr/>
    </dgm:pt>
    <dgm:pt modelId="{2F533D9A-99F7-4F1D-A9C0-4D9103456FDF}" type="pres">
      <dgm:prSet presAssocID="{037BDE68-8A84-4EE3-B375-E524249D6114}" presName="hierChild3" presStyleCnt="0"/>
      <dgm:spPr/>
    </dgm:pt>
    <dgm:pt modelId="{124A5C10-9777-452D-B959-75F9509EF0D4}" type="pres">
      <dgm:prSet presAssocID="{A77379F8-101B-4D7A-8A5B-ED9AA4B54BC6}" presName="Name25" presStyleLbl="parChTrans1D3" presStyleIdx="0" presStyleCnt="3"/>
      <dgm:spPr/>
    </dgm:pt>
    <dgm:pt modelId="{0ADF0A81-AD0A-4E77-9875-96DCFCEA3AC0}" type="pres">
      <dgm:prSet presAssocID="{A77379F8-101B-4D7A-8A5B-ED9AA4B54BC6}" presName="connTx" presStyleLbl="parChTrans1D3" presStyleIdx="0" presStyleCnt="3"/>
      <dgm:spPr/>
    </dgm:pt>
    <dgm:pt modelId="{D6591A70-F4CF-48E9-96D5-EBFACBC707C2}" type="pres">
      <dgm:prSet presAssocID="{9011AAF8-F94B-45FD-87A7-95C9A665198C}" presName="Name30" presStyleCnt="0"/>
      <dgm:spPr/>
    </dgm:pt>
    <dgm:pt modelId="{AF4D415C-BE64-45EE-B4B7-CC3F288B9526}" type="pres">
      <dgm:prSet presAssocID="{9011AAF8-F94B-45FD-87A7-95C9A665198C}" presName="level2Shape" presStyleLbl="node3" presStyleIdx="0" presStyleCnt="3" custScaleX="54146" custScaleY="54146"/>
      <dgm:spPr/>
    </dgm:pt>
    <dgm:pt modelId="{E8A040ED-2AD6-4288-A352-DC71B9B58E65}" type="pres">
      <dgm:prSet presAssocID="{9011AAF8-F94B-45FD-87A7-95C9A665198C}" presName="hierChild3" presStyleCnt="0"/>
      <dgm:spPr/>
    </dgm:pt>
    <dgm:pt modelId="{CC9F6C6B-99E9-4737-A626-A2B0984684C5}" type="pres">
      <dgm:prSet presAssocID="{6AA0C9DC-BF50-43DA-8374-A855762B5978}" presName="Name25" presStyleLbl="parChTrans1D3" presStyleIdx="1" presStyleCnt="3"/>
      <dgm:spPr/>
    </dgm:pt>
    <dgm:pt modelId="{BB7BA4D4-A2D7-4273-BEC8-F8D735EE8D10}" type="pres">
      <dgm:prSet presAssocID="{6AA0C9DC-BF50-43DA-8374-A855762B5978}" presName="connTx" presStyleLbl="parChTrans1D3" presStyleIdx="1" presStyleCnt="3"/>
      <dgm:spPr/>
    </dgm:pt>
    <dgm:pt modelId="{6FA82497-1C93-418C-9933-5616F75B9C00}" type="pres">
      <dgm:prSet presAssocID="{13080FD6-E6E4-4DFB-B43E-A75125F0CB74}" presName="Name30" presStyleCnt="0"/>
      <dgm:spPr/>
    </dgm:pt>
    <dgm:pt modelId="{D54B6B60-6BDC-49A6-9B17-B8615B3C88EC}" type="pres">
      <dgm:prSet presAssocID="{13080FD6-E6E4-4DFB-B43E-A75125F0CB74}" presName="level2Shape" presStyleLbl="node3" presStyleIdx="1" presStyleCnt="3" custScaleX="54146" custScaleY="54146"/>
      <dgm:spPr/>
    </dgm:pt>
    <dgm:pt modelId="{CDDCC5B7-C1B1-47D1-8BF7-889303998A0D}" type="pres">
      <dgm:prSet presAssocID="{13080FD6-E6E4-4DFB-B43E-A75125F0CB74}" presName="hierChild3" presStyleCnt="0"/>
      <dgm:spPr/>
    </dgm:pt>
    <dgm:pt modelId="{521A3C0C-3EC2-4B2D-A478-A1A720D5BBE6}" type="pres">
      <dgm:prSet presAssocID="{5594FDB4-450D-482E-B0D2-DED9FC2AE7A1}" presName="Name25" presStyleLbl="parChTrans1D3" presStyleIdx="2" presStyleCnt="3"/>
      <dgm:spPr/>
    </dgm:pt>
    <dgm:pt modelId="{D13895B5-BE1F-4A47-A1E4-4AFDC431997B}" type="pres">
      <dgm:prSet presAssocID="{5594FDB4-450D-482E-B0D2-DED9FC2AE7A1}" presName="connTx" presStyleLbl="parChTrans1D3" presStyleIdx="2" presStyleCnt="3"/>
      <dgm:spPr/>
    </dgm:pt>
    <dgm:pt modelId="{BE0BCC1C-E3BB-40D8-AEBF-3E4686A5291E}" type="pres">
      <dgm:prSet presAssocID="{DF6CD44D-D70D-4150-B302-7265B17372BA}" presName="Name30" presStyleCnt="0"/>
      <dgm:spPr/>
    </dgm:pt>
    <dgm:pt modelId="{BE432E60-E78D-47C1-B5AF-A59AB7BBD5FF}" type="pres">
      <dgm:prSet presAssocID="{DF6CD44D-D70D-4150-B302-7265B17372BA}" presName="level2Shape" presStyleLbl="node3" presStyleIdx="2" presStyleCnt="3" custScaleX="54146" custScaleY="54146"/>
      <dgm:spPr/>
    </dgm:pt>
    <dgm:pt modelId="{5846EF8E-5172-4DA5-AC79-38906C43E1F0}" type="pres">
      <dgm:prSet presAssocID="{DF6CD44D-D70D-4150-B302-7265B17372BA}" presName="hierChild3" presStyleCnt="0"/>
      <dgm:spPr/>
    </dgm:pt>
    <dgm:pt modelId="{C79745B6-3F1C-49B7-8FF1-2284730749C7}" type="pres">
      <dgm:prSet presAssocID="{B7C53D45-90B0-4349-876D-1777B8571099}" presName="bgShapesFlow" presStyleCnt="0"/>
      <dgm:spPr/>
    </dgm:pt>
  </dgm:ptLst>
  <dgm:cxnLst>
    <dgm:cxn modelId="{25110607-20EC-4B6B-9BF7-C655FD9F3B52}" srcId="{B7C53D45-90B0-4349-876D-1777B8571099}" destId="{6E8B8669-B394-471A-96DB-6B6193B7C563}" srcOrd="0" destOrd="0" parTransId="{288B9B6A-8EB1-4AE0-89E9-60C78FC8173E}" sibTransId="{49F45467-A66C-43A9-90AF-1FC9F4C9B81D}"/>
    <dgm:cxn modelId="{4214392F-BAC2-4533-8E95-32321A53007C}" type="presOf" srcId="{5594FDB4-450D-482E-B0D2-DED9FC2AE7A1}" destId="{521A3C0C-3EC2-4B2D-A478-A1A720D5BBE6}" srcOrd="0" destOrd="0" presId="urn:microsoft.com/office/officeart/2005/8/layout/hierarchy5"/>
    <dgm:cxn modelId="{DEEC3336-D5CA-4565-AFC5-E9DA083189F3}" type="presOf" srcId="{57CEA4D3-6A8D-42C6-A51A-CAB0520664E8}" destId="{EF92D151-D5FD-4F09-968F-0035EA01B8B7}" srcOrd="1" destOrd="0" presId="urn:microsoft.com/office/officeart/2005/8/layout/hierarchy5"/>
    <dgm:cxn modelId="{5DCA713C-51A6-4869-9689-03D1BE3873F6}" srcId="{037BDE68-8A84-4EE3-B375-E524249D6114}" destId="{DF6CD44D-D70D-4150-B302-7265B17372BA}" srcOrd="2" destOrd="0" parTransId="{5594FDB4-450D-482E-B0D2-DED9FC2AE7A1}" sibTransId="{177EC74A-9D6C-4318-83AF-559E833C550B}"/>
    <dgm:cxn modelId="{4D085F3D-C658-48E6-9DE3-70C1AEAFFE11}" type="presOf" srcId="{5594FDB4-450D-482E-B0D2-DED9FC2AE7A1}" destId="{D13895B5-BE1F-4A47-A1E4-4AFDC431997B}" srcOrd="1" destOrd="0" presId="urn:microsoft.com/office/officeart/2005/8/layout/hierarchy5"/>
    <dgm:cxn modelId="{8EB38F3E-89CD-460D-A1FE-BB159D888F3F}" type="presOf" srcId="{6AA0C9DC-BF50-43DA-8374-A855762B5978}" destId="{BB7BA4D4-A2D7-4273-BEC8-F8D735EE8D10}" srcOrd="1" destOrd="0" presId="urn:microsoft.com/office/officeart/2005/8/layout/hierarchy5"/>
    <dgm:cxn modelId="{47C52F3F-3405-4674-A194-3C7EB7A04FE7}" type="presOf" srcId="{9011AAF8-F94B-45FD-87A7-95C9A665198C}" destId="{AF4D415C-BE64-45EE-B4B7-CC3F288B9526}" srcOrd="0" destOrd="0" presId="urn:microsoft.com/office/officeart/2005/8/layout/hierarchy5"/>
    <dgm:cxn modelId="{C1434D61-27CA-4A1A-8EB7-01D5A3B41389}" srcId="{037BDE68-8A84-4EE3-B375-E524249D6114}" destId="{13080FD6-E6E4-4DFB-B43E-A75125F0CB74}" srcOrd="1" destOrd="0" parTransId="{6AA0C9DC-BF50-43DA-8374-A855762B5978}" sibTransId="{F464D16C-8495-4330-98D0-8B790071A501}"/>
    <dgm:cxn modelId="{B1834D47-8F06-4974-A7D3-DDA2D5B07CB2}" type="presOf" srcId="{6E8B8669-B394-471A-96DB-6B6193B7C563}" destId="{AA2A9018-7887-44CB-AEBC-D92958EB18ED}" srcOrd="0" destOrd="0" presId="urn:microsoft.com/office/officeart/2005/8/layout/hierarchy5"/>
    <dgm:cxn modelId="{30D9FE6D-4B98-4CD2-B3EA-4A6FF21E6FD4}" type="presOf" srcId="{A77379F8-101B-4D7A-8A5B-ED9AA4B54BC6}" destId="{124A5C10-9777-452D-B959-75F9509EF0D4}" srcOrd="0" destOrd="0" presId="urn:microsoft.com/office/officeart/2005/8/layout/hierarchy5"/>
    <dgm:cxn modelId="{40A69C5A-1221-45D6-B029-7B01852C0454}" type="presOf" srcId="{DF6CD44D-D70D-4150-B302-7265B17372BA}" destId="{BE432E60-E78D-47C1-B5AF-A59AB7BBD5FF}" srcOrd="0" destOrd="0" presId="urn:microsoft.com/office/officeart/2005/8/layout/hierarchy5"/>
    <dgm:cxn modelId="{E8AF8080-A4B0-4E4A-A7BC-1FF532D2C2A8}" type="presOf" srcId="{037BDE68-8A84-4EE3-B375-E524249D6114}" destId="{B2890AF7-5B9E-4E82-A61C-E0326A0A4F1E}" srcOrd="0" destOrd="0" presId="urn:microsoft.com/office/officeart/2005/8/layout/hierarchy5"/>
    <dgm:cxn modelId="{02BE9883-3E91-4F01-A335-A0D1D8A527F8}" type="presOf" srcId="{A77379F8-101B-4D7A-8A5B-ED9AA4B54BC6}" destId="{0ADF0A81-AD0A-4E77-9875-96DCFCEA3AC0}" srcOrd="1" destOrd="0" presId="urn:microsoft.com/office/officeart/2005/8/layout/hierarchy5"/>
    <dgm:cxn modelId="{6243E18E-3575-4C36-BA3F-AB60E47E811D}" type="presOf" srcId="{57CEA4D3-6A8D-42C6-A51A-CAB0520664E8}" destId="{6216AFF4-221C-458E-A191-C14911BE9D39}" srcOrd="0" destOrd="0" presId="urn:microsoft.com/office/officeart/2005/8/layout/hierarchy5"/>
    <dgm:cxn modelId="{30BD649F-E6AC-4E6B-9BEF-BEB20A211261}" type="presOf" srcId="{13080FD6-E6E4-4DFB-B43E-A75125F0CB74}" destId="{D54B6B60-6BDC-49A6-9B17-B8615B3C88EC}" srcOrd="0" destOrd="0" presId="urn:microsoft.com/office/officeart/2005/8/layout/hierarchy5"/>
    <dgm:cxn modelId="{56994FB5-D06B-4BCB-ADFD-2126DE1647BA}" type="presOf" srcId="{B7C53D45-90B0-4349-876D-1777B8571099}" destId="{70ADF912-D570-4CE4-9299-2217B3DEF424}" srcOrd="0" destOrd="0" presId="urn:microsoft.com/office/officeart/2005/8/layout/hierarchy5"/>
    <dgm:cxn modelId="{7DD9DDB9-E1B2-4DDC-A6B2-7EDA4452313F}" type="presOf" srcId="{6AA0C9DC-BF50-43DA-8374-A855762B5978}" destId="{CC9F6C6B-99E9-4737-A626-A2B0984684C5}" srcOrd="0" destOrd="0" presId="urn:microsoft.com/office/officeart/2005/8/layout/hierarchy5"/>
    <dgm:cxn modelId="{01F592DF-C15F-4D02-9C98-5E36720A4C75}" srcId="{6E8B8669-B394-471A-96DB-6B6193B7C563}" destId="{037BDE68-8A84-4EE3-B375-E524249D6114}" srcOrd="0" destOrd="0" parTransId="{57CEA4D3-6A8D-42C6-A51A-CAB0520664E8}" sibTransId="{A1401DC6-20C2-4984-BF6E-3D1317B78154}"/>
    <dgm:cxn modelId="{EFCE13E5-1F30-43EA-A53E-232D3AA17993}" srcId="{037BDE68-8A84-4EE3-B375-E524249D6114}" destId="{9011AAF8-F94B-45FD-87A7-95C9A665198C}" srcOrd="0" destOrd="0" parTransId="{A77379F8-101B-4D7A-8A5B-ED9AA4B54BC6}" sibTransId="{EF2977CB-41F2-4580-AEF3-06A7E005A0F9}"/>
    <dgm:cxn modelId="{7759F4F4-57F2-45CF-BC19-45ED4798887D}" type="presParOf" srcId="{70ADF912-D570-4CE4-9299-2217B3DEF424}" destId="{F8038E8E-80C2-4A53-9D09-AC1DC4E12551}" srcOrd="0" destOrd="0" presId="urn:microsoft.com/office/officeart/2005/8/layout/hierarchy5"/>
    <dgm:cxn modelId="{186B7D4E-69DD-4AE7-9D92-3F6E8A110C2F}" type="presParOf" srcId="{F8038E8E-80C2-4A53-9D09-AC1DC4E12551}" destId="{B1157AA8-C111-47BA-B6FE-7BA144FF32D4}" srcOrd="0" destOrd="0" presId="urn:microsoft.com/office/officeart/2005/8/layout/hierarchy5"/>
    <dgm:cxn modelId="{056529C0-7C46-4E1B-ABEE-903A07248360}" type="presParOf" srcId="{B1157AA8-C111-47BA-B6FE-7BA144FF32D4}" destId="{5F4092BC-2D9F-4DD9-880F-CC1413ADF44A}" srcOrd="0" destOrd="0" presId="urn:microsoft.com/office/officeart/2005/8/layout/hierarchy5"/>
    <dgm:cxn modelId="{4BA5C352-E7FF-4AB5-B811-DA403549D4C9}" type="presParOf" srcId="{5F4092BC-2D9F-4DD9-880F-CC1413ADF44A}" destId="{AA2A9018-7887-44CB-AEBC-D92958EB18ED}" srcOrd="0" destOrd="0" presId="urn:microsoft.com/office/officeart/2005/8/layout/hierarchy5"/>
    <dgm:cxn modelId="{B83207E1-6361-4E15-B3F5-AA064F7F83A3}" type="presParOf" srcId="{5F4092BC-2D9F-4DD9-880F-CC1413ADF44A}" destId="{5C79A3B6-1C37-444B-A209-568FC489B35E}" srcOrd="1" destOrd="0" presId="urn:microsoft.com/office/officeart/2005/8/layout/hierarchy5"/>
    <dgm:cxn modelId="{6B57B48F-85E3-4F3C-8D16-FDC0516FDF33}" type="presParOf" srcId="{5C79A3B6-1C37-444B-A209-568FC489B35E}" destId="{6216AFF4-221C-458E-A191-C14911BE9D39}" srcOrd="0" destOrd="0" presId="urn:microsoft.com/office/officeart/2005/8/layout/hierarchy5"/>
    <dgm:cxn modelId="{03450B0A-CEC1-45C9-8DD3-62A22DFADCCB}" type="presParOf" srcId="{6216AFF4-221C-458E-A191-C14911BE9D39}" destId="{EF92D151-D5FD-4F09-968F-0035EA01B8B7}" srcOrd="0" destOrd="0" presId="urn:microsoft.com/office/officeart/2005/8/layout/hierarchy5"/>
    <dgm:cxn modelId="{76F7D84E-6638-4CB9-82B3-45BEF4BED98B}" type="presParOf" srcId="{5C79A3B6-1C37-444B-A209-568FC489B35E}" destId="{C9A29882-E17B-47B1-9359-CF3B02042798}" srcOrd="1" destOrd="0" presId="urn:microsoft.com/office/officeart/2005/8/layout/hierarchy5"/>
    <dgm:cxn modelId="{9D5618E3-B460-410B-BA12-80DE0BB6E67D}" type="presParOf" srcId="{C9A29882-E17B-47B1-9359-CF3B02042798}" destId="{B2890AF7-5B9E-4E82-A61C-E0326A0A4F1E}" srcOrd="0" destOrd="0" presId="urn:microsoft.com/office/officeart/2005/8/layout/hierarchy5"/>
    <dgm:cxn modelId="{1D7030A7-C86A-46CA-B8D4-65FAE170FAE7}" type="presParOf" srcId="{C9A29882-E17B-47B1-9359-CF3B02042798}" destId="{2F533D9A-99F7-4F1D-A9C0-4D9103456FDF}" srcOrd="1" destOrd="0" presId="urn:microsoft.com/office/officeart/2005/8/layout/hierarchy5"/>
    <dgm:cxn modelId="{991791AC-7516-4F74-BA4C-9E54EAF50E4D}" type="presParOf" srcId="{2F533D9A-99F7-4F1D-A9C0-4D9103456FDF}" destId="{124A5C10-9777-452D-B959-75F9509EF0D4}" srcOrd="0" destOrd="0" presId="urn:microsoft.com/office/officeart/2005/8/layout/hierarchy5"/>
    <dgm:cxn modelId="{BFDE714C-F3F3-476A-BD66-8B7C1BAEAAFE}" type="presParOf" srcId="{124A5C10-9777-452D-B959-75F9509EF0D4}" destId="{0ADF0A81-AD0A-4E77-9875-96DCFCEA3AC0}" srcOrd="0" destOrd="0" presId="urn:microsoft.com/office/officeart/2005/8/layout/hierarchy5"/>
    <dgm:cxn modelId="{BDC5E00C-7994-441A-86AE-E213B73007A2}" type="presParOf" srcId="{2F533D9A-99F7-4F1D-A9C0-4D9103456FDF}" destId="{D6591A70-F4CF-48E9-96D5-EBFACBC707C2}" srcOrd="1" destOrd="0" presId="urn:microsoft.com/office/officeart/2005/8/layout/hierarchy5"/>
    <dgm:cxn modelId="{91C9E70A-8BF7-44EE-B8F3-4C57D407AF02}" type="presParOf" srcId="{D6591A70-F4CF-48E9-96D5-EBFACBC707C2}" destId="{AF4D415C-BE64-45EE-B4B7-CC3F288B9526}" srcOrd="0" destOrd="0" presId="urn:microsoft.com/office/officeart/2005/8/layout/hierarchy5"/>
    <dgm:cxn modelId="{7CB50B73-DDDB-4D3E-B7FE-450C4FC92F42}" type="presParOf" srcId="{D6591A70-F4CF-48E9-96D5-EBFACBC707C2}" destId="{E8A040ED-2AD6-4288-A352-DC71B9B58E65}" srcOrd="1" destOrd="0" presId="urn:microsoft.com/office/officeart/2005/8/layout/hierarchy5"/>
    <dgm:cxn modelId="{D46D957C-D7E0-48F0-8BAB-5EB4C262B41F}" type="presParOf" srcId="{2F533D9A-99F7-4F1D-A9C0-4D9103456FDF}" destId="{CC9F6C6B-99E9-4737-A626-A2B0984684C5}" srcOrd="2" destOrd="0" presId="urn:microsoft.com/office/officeart/2005/8/layout/hierarchy5"/>
    <dgm:cxn modelId="{699D451E-B211-4DFB-B4BC-E4D841A9F307}" type="presParOf" srcId="{CC9F6C6B-99E9-4737-A626-A2B0984684C5}" destId="{BB7BA4D4-A2D7-4273-BEC8-F8D735EE8D10}" srcOrd="0" destOrd="0" presId="urn:microsoft.com/office/officeart/2005/8/layout/hierarchy5"/>
    <dgm:cxn modelId="{42F2E5F4-9F14-4D42-8888-23AFAF56AA72}" type="presParOf" srcId="{2F533D9A-99F7-4F1D-A9C0-4D9103456FDF}" destId="{6FA82497-1C93-418C-9933-5616F75B9C00}" srcOrd="3" destOrd="0" presId="urn:microsoft.com/office/officeart/2005/8/layout/hierarchy5"/>
    <dgm:cxn modelId="{B0A5AE2E-E6C5-4A86-A601-3CD40E9EA34C}" type="presParOf" srcId="{6FA82497-1C93-418C-9933-5616F75B9C00}" destId="{D54B6B60-6BDC-49A6-9B17-B8615B3C88EC}" srcOrd="0" destOrd="0" presId="urn:microsoft.com/office/officeart/2005/8/layout/hierarchy5"/>
    <dgm:cxn modelId="{67E36334-7D3A-4AE5-AD9A-E87F1515876B}" type="presParOf" srcId="{6FA82497-1C93-418C-9933-5616F75B9C00}" destId="{CDDCC5B7-C1B1-47D1-8BF7-889303998A0D}" srcOrd="1" destOrd="0" presId="urn:microsoft.com/office/officeart/2005/8/layout/hierarchy5"/>
    <dgm:cxn modelId="{704D24D1-E91C-4DD9-8A17-8122E4A5D036}" type="presParOf" srcId="{2F533D9A-99F7-4F1D-A9C0-4D9103456FDF}" destId="{521A3C0C-3EC2-4B2D-A478-A1A720D5BBE6}" srcOrd="4" destOrd="0" presId="urn:microsoft.com/office/officeart/2005/8/layout/hierarchy5"/>
    <dgm:cxn modelId="{8F7B94BC-7296-4E60-AD45-8D18590A9633}" type="presParOf" srcId="{521A3C0C-3EC2-4B2D-A478-A1A720D5BBE6}" destId="{D13895B5-BE1F-4A47-A1E4-4AFDC431997B}" srcOrd="0" destOrd="0" presId="urn:microsoft.com/office/officeart/2005/8/layout/hierarchy5"/>
    <dgm:cxn modelId="{9222357B-7339-44CB-999A-D2E3B070D495}" type="presParOf" srcId="{2F533D9A-99F7-4F1D-A9C0-4D9103456FDF}" destId="{BE0BCC1C-E3BB-40D8-AEBF-3E4686A5291E}" srcOrd="5" destOrd="0" presId="urn:microsoft.com/office/officeart/2005/8/layout/hierarchy5"/>
    <dgm:cxn modelId="{C88B0BFF-B9D4-49DE-9CE0-7055978F0097}" type="presParOf" srcId="{BE0BCC1C-E3BB-40D8-AEBF-3E4686A5291E}" destId="{BE432E60-E78D-47C1-B5AF-A59AB7BBD5FF}" srcOrd="0" destOrd="0" presId="urn:microsoft.com/office/officeart/2005/8/layout/hierarchy5"/>
    <dgm:cxn modelId="{76259102-53D1-4046-83AB-2B874EC493BD}" type="presParOf" srcId="{BE0BCC1C-E3BB-40D8-AEBF-3E4686A5291E}" destId="{5846EF8E-5172-4DA5-AC79-38906C43E1F0}" srcOrd="1" destOrd="0" presId="urn:microsoft.com/office/officeart/2005/8/layout/hierarchy5"/>
    <dgm:cxn modelId="{0C643965-876B-420F-A46E-77DD56F95DB2}" type="presParOf" srcId="{70ADF912-D570-4CE4-9299-2217B3DEF424}" destId="{C79745B6-3F1C-49B7-8FF1-2284730749C7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72388A1-9C30-4405-9E8A-4851BF876897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21866B2A-79E4-420A-AEDB-98065B0B65D9}">
      <dgm:prSet phldrT="[Szöveg]"/>
      <dgm:spPr>
        <a:solidFill>
          <a:schemeClr val="tx1"/>
        </a:solidFill>
      </dgm:spPr>
      <dgm:t>
        <a:bodyPr/>
        <a:lstStyle/>
        <a:p>
          <a:r>
            <a:rPr lang="en-US" b="1" dirty="0"/>
            <a:t>TRIGGER</a:t>
          </a:r>
          <a:endParaRPr lang="hu-HU" b="1" dirty="0"/>
        </a:p>
      </dgm:t>
    </dgm:pt>
    <dgm:pt modelId="{FB61F021-1428-4146-93CE-2B643DA1FB4E}" type="parTrans" cxnId="{63AC6DF7-905E-491B-8B0D-E436E7697140}">
      <dgm:prSet/>
      <dgm:spPr/>
      <dgm:t>
        <a:bodyPr/>
        <a:lstStyle/>
        <a:p>
          <a:endParaRPr lang="hu-HU" b="1"/>
        </a:p>
      </dgm:t>
    </dgm:pt>
    <dgm:pt modelId="{D7B26C20-9BCF-4BBF-B002-8B78D60763E7}" type="sibTrans" cxnId="{63AC6DF7-905E-491B-8B0D-E436E7697140}">
      <dgm:prSet/>
      <dgm:spPr>
        <a:solidFill>
          <a:schemeClr val="tx1"/>
        </a:solidFill>
      </dgm:spPr>
      <dgm:t>
        <a:bodyPr/>
        <a:lstStyle/>
        <a:p>
          <a:endParaRPr lang="hu-HU" b="1"/>
        </a:p>
      </dgm:t>
    </dgm:pt>
    <dgm:pt modelId="{608403AF-30AF-4FC4-A4EE-99C802E72EA4}">
      <dgm:prSet phldrT="[Szöveg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SCHEDULER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FBF234D2-B385-4AD5-A669-7D0E8B63FAA0}" type="parTrans" cxnId="{A9CC9E77-E2C5-4E41-9D43-5DC7B83983F4}">
      <dgm:prSet/>
      <dgm:spPr/>
      <dgm:t>
        <a:bodyPr/>
        <a:lstStyle/>
        <a:p>
          <a:endParaRPr lang="hu-HU" b="1"/>
        </a:p>
      </dgm:t>
    </dgm:pt>
    <dgm:pt modelId="{845DA434-CA17-42AE-B33B-D09E8E3663EC}" type="sibTrans" cxnId="{A9CC9E77-E2C5-4E41-9D43-5DC7B83983F4}">
      <dgm:prSet/>
      <dgm:spPr/>
      <dgm:t>
        <a:bodyPr/>
        <a:lstStyle/>
        <a:p>
          <a:endParaRPr lang="hu-HU" b="1"/>
        </a:p>
      </dgm:t>
    </dgm:pt>
    <dgm:pt modelId="{604BB64D-95AD-4ECD-9CD4-481565D031F3}">
      <dgm:prSet phldrT="[Szöveg]"/>
      <dgm:spPr>
        <a:solidFill>
          <a:schemeClr val="tx1"/>
        </a:solidFill>
      </dgm:spPr>
      <dgm:t>
        <a:bodyPr/>
        <a:lstStyle/>
        <a:p>
          <a:r>
            <a:rPr lang="en-US" b="1" dirty="0"/>
            <a:t>FUNCTION</a:t>
          </a:r>
          <a:endParaRPr lang="hu-HU" b="1" dirty="0"/>
        </a:p>
      </dgm:t>
    </dgm:pt>
    <dgm:pt modelId="{8D08C412-13BF-494F-A502-96C7B3EA53D9}" type="parTrans" cxnId="{E658B2A5-C2E8-4425-9224-A0F18F56C6A1}">
      <dgm:prSet/>
      <dgm:spPr/>
      <dgm:t>
        <a:bodyPr/>
        <a:lstStyle/>
        <a:p>
          <a:endParaRPr lang="hu-HU" b="1"/>
        </a:p>
      </dgm:t>
    </dgm:pt>
    <dgm:pt modelId="{0A170911-A232-45E2-833F-48B0FFA77DDD}" type="sibTrans" cxnId="{E658B2A5-C2E8-4425-9224-A0F18F56C6A1}">
      <dgm:prSet/>
      <dgm:spPr>
        <a:solidFill>
          <a:schemeClr val="tx1"/>
        </a:solidFill>
      </dgm:spPr>
      <dgm:t>
        <a:bodyPr/>
        <a:lstStyle/>
        <a:p>
          <a:endParaRPr lang="hu-HU" b="1"/>
        </a:p>
      </dgm:t>
    </dgm:pt>
    <dgm:pt modelId="{A9CDA503-C209-4D7F-A0A7-664FE4C55F40}">
      <dgm:prSet phldrT="[Szöveg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CLOUD FUNCTION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B6FA5425-7D29-4886-BC85-8CECDB6544B6}" type="parTrans" cxnId="{5E78EA22-60E1-4030-A512-63C7EA14D563}">
      <dgm:prSet/>
      <dgm:spPr/>
      <dgm:t>
        <a:bodyPr/>
        <a:lstStyle/>
        <a:p>
          <a:endParaRPr lang="hu-HU" b="1"/>
        </a:p>
      </dgm:t>
    </dgm:pt>
    <dgm:pt modelId="{24368D6F-D366-4825-BEAE-A85DC933A424}" type="sibTrans" cxnId="{5E78EA22-60E1-4030-A512-63C7EA14D563}">
      <dgm:prSet/>
      <dgm:spPr/>
      <dgm:t>
        <a:bodyPr/>
        <a:lstStyle/>
        <a:p>
          <a:endParaRPr lang="hu-HU" b="1"/>
        </a:p>
      </dgm:t>
    </dgm:pt>
    <dgm:pt modelId="{649B10D8-AA77-44C0-9224-FACA3C7F0405}">
      <dgm:prSet/>
      <dgm:spPr>
        <a:solidFill>
          <a:schemeClr val="tx1"/>
        </a:solidFill>
        <a:ln>
          <a:solidFill>
            <a:schemeClr val="bg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/>
            <a:t>QUERY</a:t>
          </a:r>
          <a:endParaRPr lang="hu-HU" b="1" dirty="0"/>
        </a:p>
      </dgm:t>
    </dgm:pt>
    <dgm:pt modelId="{203CB76B-FA53-4878-93DA-1BC272EFEF77}" type="parTrans" cxnId="{368FEFB4-AAE9-44BA-9C6F-D40717DA94CA}">
      <dgm:prSet/>
      <dgm:spPr/>
      <dgm:t>
        <a:bodyPr/>
        <a:lstStyle/>
        <a:p>
          <a:endParaRPr lang="hu-HU" b="1"/>
        </a:p>
      </dgm:t>
    </dgm:pt>
    <dgm:pt modelId="{95B0E3B5-A803-453E-AB3C-233EC8CAF746}" type="sibTrans" cxnId="{368FEFB4-AAE9-44BA-9C6F-D40717DA94CA}">
      <dgm:prSet/>
      <dgm:spPr>
        <a:solidFill>
          <a:schemeClr val="tx1"/>
        </a:solidFill>
        <a:ln>
          <a:noFill/>
        </a:ln>
      </dgm:spPr>
      <dgm:t>
        <a:bodyPr/>
        <a:lstStyle/>
        <a:p>
          <a:endParaRPr lang="hu-HU" b="1"/>
        </a:p>
      </dgm:t>
    </dgm:pt>
    <dgm:pt modelId="{B919419D-8220-4EAE-B630-D58376B1734C}">
      <dgm:prSet phldrT="[Szöveg]"/>
      <dgm:spPr>
        <a:solidFill>
          <a:schemeClr val="tx1"/>
        </a:solidFill>
        <a:ln>
          <a:solidFill>
            <a:schemeClr val="bg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/>
            <a:t>UPDATE</a:t>
          </a:r>
          <a:endParaRPr lang="hu-HU" b="1" dirty="0"/>
        </a:p>
      </dgm:t>
    </dgm:pt>
    <dgm:pt modelId="{0FBA49E9-7CDC-4AEF-B8F2-2A43B8143FDC}" type="parTrans" cxnId="{D9F87EEF-F6D1-4C53-8A09-518D49BD5D92}">
      <dgm:prSet/>
      <dgm:spPr/>
      <dgm:t>
        <a:bodyPr/>
        <a:lstStyle/>
        <a:p>
          <a:endParaRPr lang="hu-HU" b="1"/>
        </a:p>
      </dgm:t>
    </dgm:pt>
    <dgm:pt modelId="{28423465-0318-468A-B0EB-9BBE178889EB}" type="sibTrans" cxnId="{D9F87EEF-F6D1-4C53-8A09-518D49BD5D92}">
      <dgm:prSet/>
      <dgm:spPr>
        <a:solidFill>
          <a:schemeClr val="tx1"/>
        </a:solidFill>
        <a:ln>
          <a:noFill/>
        </a:ln>
      </dgm:spPr>
      <dgm:t>
        <a:bodyPr/>
        <a:lstStyle/>
        <a:p>
          <a:endParaRPr lang="hu-HU" b="1"/>
        </a:p>
      </dgm:t>
    </dgm:pt>
    <dgm:pt modelId="{87342064-6940-4FCD-89C9-42ECFE2FFFDB}">
      <dgm:prSet phldrT="[Szöveg]" custT="1"/>
      <dgm:spPr>
        <a:noFill/>
        <a:ln>
          <a:noFill/>
        </a:ln>
      </dgm:spPr>
      <dgm:t>
        <a:bodyPr/>
        <a:lstStyle/>
        <a:p>
          <a:pPr marL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UPDATE EXPIRES TASKS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764E6FA3-0A51-44BB-9431-227328746A50}" type="parTrans" cxnId="{7853C4D0-F156-46AF-B221-F8404B20BAFE}">
      <dgm:prSet/>
      <dgm:spPr/>
      <dgm:t>
        <a:bodyPr/>
        <a:lstStyle/>
        <a:p>
          <a:endParaRPr lang="hu-HU" b="1"/>
        </a:p>
      </dgm:t>
    </dgm:pt>
    <dgm:pt modelId="{BA32CBEE-424D-4AA5-960D-5B4A8B62A0F0}" type="sibTrans" cxnId="{7853C4D0-F156-46AF-B221-F8404B20BAFE}">
      <dgm:prSet/>
      <dgm:spPr/>
      <dgm:t>
        <a:bodyPr/>
        <a:lstStyle/>
        <a:p>
          <a:endParaRPr lang="hu-HU" b="1"/>
        </a:p>
      </dgm:t>
    </dgm:pt>
    <dgm:pt modelId="{3FA60EAF-6C9A-4B44-B037-D26594A21C02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FIRESTOR QUERY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B7D3BDE8-BA27-4D06-B877-CA9F527F2CC4}" type="parTrans" cxnId="{D63E2DD3-34CA-49A8-BDC3-80F4F8DF9519}">
      <dgm:prSet/>
      <dgm:spPr/>
      <dgm:t>
        <a:bodyPr/>
        <a:lstStyle/>
        <a:p>
          <a:endParaRPr lang="hu-HU" b="1"/>
        </a:p>
      </dgm:t>
    </dgm:pt>
    <dgm:pt modelId="{93A88B38-86EE-496D-928D-CB4EA0F8E854}" type="sibTrans" cxnId="{D63E2DD3-34CA-49A8-BDC3-80F4F8DF9519}">
      <dgm:prSet/>
      <dgm:spPr/>
      <dgm:t>
        <a:bodyPr/>
        <a:lstStyle/>
        <a:p>
          <a:endParaRPr lang="hu-HU" b="1"/>
        </a:p>
      </dgm:t>
    </dgm:pt>
    <dgm:pt modelId="{62D443BF-D3D4-43EB-9D8E-24E0BC780372}" type="pres">
      <dgm:prSet presAssocID="{C72388A1-9C30-4405-9E8A-4851BF876897}" presName="Name0" presStyleCnt="0">
        <dgm:presLayoutVars>
          <dgm:dir/>
          <dgm:animLvl val="lvl"/>
          <dgm:resizeHandles val="exact"/>
        </dgm:presLayoutVars>
      </dgm:prSet>
      <dgm:spPr/>
    </dgm:pt>
    <dgm:pt modelId="{08580EB1-2CE8-463A-B467-9618F7D8DC0D}" type="pres">
      <dgm:prSet presAssocID="{C72388A1-9C30-4405-9E8A-4851BF876897}" presName="tSp" presStyleCnt="0"/>
      <dgm:spPr/>
    </dgm:pt>
    <dgm:pt modelId="{5085D389-BD8D-4AA0-B0E3-88CB6BFBD5B0}" type="pres">
      <dgm:prSet presAssocID="{C72388A1-9C30-4405-9E8A-4851BF876897}" presName="bSp" presStyleCnt="0"/>
      <dgm:spPr/>
    </dgm:pt>
    <dgm:pt modelId="{680AACBE-2B36-4336-A2A7-F86267B341EF}" type="pres">
      <dgm:prSet presAssocID="{C72388A1-9C30-4405-9E8A-4851BF876897}" presName="process" presStyleCnt="0"/>
      <dgm:spPr/>
    </dgm:pt>
    <dgm:pt modelId="{7E20550E-90D5-4BCE-BE08-EF7DB80CC2ED}" type="pres">
      <dgm:prSet presAssocID="{21866B2A-79E4-420A-AEDB-98065B0B65D9}" presName="composite1" presStyleCnt="0"/>
      <dgm:spPr/>
    </dgm:pt>
    <dgm:pt modelId="{04D1E1F3-9C91-49A6-B15B-0BB7FEA2E6FB}" type="pres">
      <dgm:prSet presAssocID="{21866B2A-79E4-420A-AEDB-98065B0B65D9}" presName="dummyNode1" presStyleLbl="node1" presStyleIdx="0" presStyleCnt="4"/>
      <dgm:spPr/>
    </dgm:pt>
    <dgm:pt modelId="{5C97B2E3-E6D1-45D5-BDB8-A2B04BE66C30}" type="pres">
      <dgm:prSet presAssocID="{21866B2A-79E4-420A-AEDB-98065B0B65D9}" presName="childNode1" presStyleLbl="bgAcc1" presStyleIdx="0" presStyleCnt="4" custScaleX="139248" custLinFactNeighborX="30020" custLinFactNeighborY="42778">
        <dgm:presLayoutVars>
          <dgm:bulletEnabled val="1"/>
        </dgm:presLayoutVars>
      </dgm:prSet>
      <dgm:spPr/>
    </dgm:pt>
    <dgm:pt modelId="{61E76E1E-E945-407F-9EB2-7E51B9F78F64}" type="pres">
      <dgm:prSet presAssocID="{21866B2A-79E4-420A-AEDB-98065B0B65D9}" presName="childNode1tx" presStyleLbl="bgAcc1" presStyleIdx="0" presStyleCnt="4">
        <dgm:presLayoutVars>
          <dgm:bulletEnabled val="1"/>
        </dgm:presLayoutVars>
      </dgm:prSet>
      <dgm:spPr/>
    </dgm:pt>
    <dgm:pt modelId="{45633407-E32F-4BE7-B9EE-3ECF96AFEDA1}" type="pres">
      <dgm:prSet presAssocID="{21866B2A-79E4-420A-AEDB-98065B0B65D9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D33E955A-82E7-4532-A57D-1C332BB13426}" type="pres">
      <dgm:prSet presAssocID="{21866B2A-79E4-420A-AEDB-98065B0B65D9}" presName="connSite1" presStyleCnt="0"/>
      <dgm:spPr/>
    </dgm:pt>
    <dgm:pt modelId="{6865665A-AC53-494E-964B-AE708D560E27}" type="pres">
      <dgm:prSet presAssocID="{D7B26C20-9BCF-4BBF-B002-8B78D60763E7}" presName="Name9" presStyleLbl="sibTrans2D1" presStyleIdx="0" presStyleCnt="3"/>
      <dgm:spPr/>
    </dgm:pt>
    <dgm:pt modelId="{8E3E1AFD-1BA8-4F18-9487-637CF08E1E69}" type="pres">
      <dgm:prSet presAssocID="{604BB64D-95AD-4ECD-9CD4-481565D031F3}" presName="composite2" presStyleCnt="0"/>
      <dgm:spPr/>
    </dgm:pt>
    <dgm:pt modelId="{35BC5AD6-85D8-4109-8E2C-5C76D4083AA4}" type="pres">
      <dgm:prSet presAssocID="{604BB64D-95AD-4ECD-9CD4-481565D031F3}" presName="dummyNode2" presStyleLbl="node1" presStyleIdx="0" presStyleCnt="4"/>
      <dgm:spPr/>
    </dgm:pt>
    <dgm:pt modelId="{ADD60488-9B66-401F-8946-1061D8688E41}" type="pres">
      <dgm:prSet presAssocID="{604BB64D-95AD-4ECD-9CD4-481565D031F3}" presName="childNode2" presStyleLbl="bgAcc1" presStyleIdx="1" presStyleCnt="4" custScaleX="156125" custScaleY="48798" custLinFactNeighborX="19221" custLinFactNeighborY="-4284">
        <dgm:presLayoutVars>
          <dgm:bulletEnabled val="1"/>
        </dgm:presLayoutVars>
      </dgm:prSet>
      <dgm:spPr/>
    </dgm:pt>
    <dgm:pt modelId="{50769D05-3B29-484B-AE98-A1F69EF3738E}" type="pres">
      <dgm:prSet presAssocID="{604BB64D-95AD-4ECD-9CD4-481565D031F3}" presName="childNode2tx" presStyleLbl="bgAcc1" presStyleIdx="1" presStyleCnt="4">
        <dgm:presLayoutVars>
          <dgm:bulletEnabled val="1"/>
        </dgm:presLayoutVars>
      </dgm:prSet>
      <dgm:spPr/>
    </dgm:pt>
    <dgm:pt modelId="{B00235A5-5C79-4D4D-B02E-7C1BE35A4E6E}" type="pres">
      <dgm:prSet presAssocID="{604BB64D-95AD-4ECD-9CD4-481565D031F3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8623AFBA-D1E0-4840-B3DE-2F9BED25369F}" type="pres">
      <dgm:prSet presAssocID="{604BB64D-95AD-4ECD-9CD4-481565D031F3}" presName="connSite2" presStyleCnt="0"/>
      <dgm:spPr/>
    </dgm:pt>
    <dgm:pt modelId="{9E6926EB-70F9-418E-8AFF-8083628A086E}" type="pres">
      <dgm:prSet presAssocID="{0A170911-A232-45E2-833F-48B0FFA77DDD}" presName="Name18" presStyleLbl="sibTrans2D1" presStyleIdx="1" presStyleCnt="3"/>
      <dgm:spPr/>
    </dgm:pt>
    <dgm:pt modelId="{6C6B9DD8-0466-447E-A17E-E286970118D3}" type="pres">
      <dgm:prSet presAssocID="{649B10D8-AA77-44C0-9224-FACA3C7F0405}" presName="composite1" presStyleCnt="0"/>
      <dgm:spPr/>
    </dgm:pt>
    <dgm:pt modelId="{A660CAAB-5E1D-4FE0-80A1-882546248DFE}" type="pres">
      <dgm:prSet presAssocID="{649B10D8-AA77-44C0-9224-FACA3C7F0405}" presName="dummyNode1" presStyleLbl="node1" presStyleIdx="1" presStyleCnt="4"/>
      <dgm:spPr/>
    </dgm:pt>
    <dgm:pt modelId="{68181938-47E5-4C73-9EF8-21628E60B7BB}" type="pres">
      <dgm:prSet presAssocID="{649B10D8-AA77-44C0-9224-FACA3C7F0405}" presName="childNode1" presStyleLbl="bgAcc1" presStyleIdx="2" presStyleCnt="4" custScaleX="168211" custLinFactNeighborX="25580" custLinFactNeighborY="38321">
        <dgm:presLayoutVars>
          <dgm:bulletEnabled val="1"/>
        </dgm:presLayoutVars>
      </dgm:prSet>
      <dgm:spPr/>
    </dgm:pt>
    <dgm:pt modelId="{C4296F2F-6A53-4FDF-9608-51676BAF8735}" type="pres">
      <dgm:prSet presAssocID="{649B10D8-AA77-44C0-9224-FACA3C7F0405}" presName="childNode1tx" presStyleLbl="bgAcc1" presStyleIdx="2" presStyleCnt="4">
        <dgm:presLayoutVars>
          <dgm:bulletEnabled val="1"/>
        </dgm:presLayoutVars>
      </dgm:prSet>
      <dgm:spPr/>
    </dgm:pt>
    <dgm:pt modelId="{6EDE1CBE-833D-422B-AAE2-BA5E3EF9B6C2}" type="pres">
      <dgm:prSet presAssocID="{649B10D8-AA77-44C0-9224-FACA3C7F0405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5F7A08DB-9C21-4964-8727-1EBF0D73DBF9}" type="pres">
      <dgm:prSet presAssocID="{649B10D8-AA77-44C0-9224-FACA3C7F0405}" presName="connSite1" presStyleCnt="0"/>
      <dgm:spPr/>
    </dgm:pt>
    <dgm:pt modelId="{DF104138-2A78-4DF0-9D23-7C5A483743BB}" type="pres">
      <dgm:prSet presAssocID="{95B0E3B5-A803-453E-AB3C-233EC8CAF746}" presName="Name9" presStyleLbl="sibTrans2D1" presStyleIdx="2" presStyleCnt="3"/>
      <dgm:spPr/>
    </dgm:pt>
    <dgm:pt modelId="{B46C8B4B-578B-4737-814F-846E731356C4}" type="pres">
      <dgm:prSet presAssocID="{B919419D-8220-4EAE-B630-D58376B1734C}" presName="composite2" presStyleCnt="0"/>
      <dgm:spPr/>
    </dgm:pt>
    <dgm:pt modelId="{6412A2B8-7B3E-40FC-B392-8E79B76FA719}" type="pres">
      <dgm:prSet presAssocID="{B919419D-8220-4EAE-B630-D58376B1734C}" presName="dummyNode2" presStyleLbl="node1" presStyleIdx="2" presStyleCnt="4"/>
      <dgm:spPr/>
    </dgm:pt>
    <dgm:pt modelId="{676903CD-1099-4618-9CA7-164636E80545}" type="pres">
      <dgm:prSet presAssocID="{B919419D-8220-4EAE-B630-D58376B1734C}" presName="childNode2" presStyleLbl="bgAcc1" presStyleIdx="3" presStyleCnt="4" custScaleX="143740" custLinFactNeighborX="299" custLinFactNeighborY="912">
        <dgm:presLayoutVars>
          <dgm:bulletEnabled val="1"/>
        </dgm:presLayoutVars>
      </dgm:prSet>
      <dgm:spPr/>
    </dgm:pt>
    <dgm:pt modelId="{0ED67803-EB4B-47B5-9CB8-34F1E025FA4C}" type="pres">
      <dgm:prSet presAssocID="{B919419D-8220-4EAE-B630-D58376B1734C}" presName="childNode2tx" presStyleLbl="bgAcc1" presStyleIdx="3" presStyleCnt="4">
        <dgm:presLayoutVars>
          <dgm:bulletEnabled val="1"/>
        </dgm:presLayoutVars>
      </dgm:prSet>
      <dgm:spPr/>
    </dgm:pt>
    <dgm:pt modelId="{10D9F54D-8BF0-4198-B507-69EE6B880128}" type="pres">
      <dgm:prSet presAssocID="{B919419D-8220-4EAE-B630-D58376B1734C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2BBB2BA0-928F-41B4-899A-5461895A258E}" type="pres">
      <dgm:prSet presAssocID="{B919419D-8220-4EAE-B630-D58376B1734C}" presName="connSite2" presStyleCnt="0"/>
      <dgm:spPr/>
    </dgm:pt>
  </dgm:ptLst>
  <dgm:cxnLst>
    <dgm:cxn modelId="{57106000-AB78-4C00-86B8-3D29DA4260FD}" type="presOf" srcId="{649B10D8-AA77-44C0-9224-FACA3C7F0405}" destId="{6EDE1CBE-833D-422B-AAE2-BA5E3EF9B6C2}" srcOrd="0" destOrd="0" presId="urn:microsoft.com/office/officeart/2005/8/layout/hProcess4"/>
    <dgm:cxn modelId="{5D7A8A0D-4F96-44F8-AA47-6FE025ADD7B4}" type="presOf" srcId="{604BB64D-95AD-4ECD-9CD4-481565D031F3}" destId="{B00235A5-5C79-4D4D-B02E-7C1BE35A4E6E}" srcOrd="0" destOrd="0" presId="urn:microsoft.com/office/officeart/2005/8/layout/hProcess4"/>
    <dgm:cxn modelId="{C324980F-C464-4E44-86CC-D03B27404D6E}" type="presOf" srcId="{87342064-6940-4FCD-89C9-42ECFE2FFFDB}" destId="{676903CD-1099-4618-9CA7-164636E80545}" srcOrd="0" destOrd="0" presId="urn:microsoft.com/office/officeart/2005/8/layout/hProcess4"/>
    <dgm:cxn modelId="{0D126213-5E28-4E04-BC85-130652CFBAE1}" type="presOf" srcId="{87342064-6940-4FCD-89C9-42ECFE2FFFDB}" destId="{0ED67803-EB4B-47B5-9CB8-34F1E025FA4C}" srcOrd="1" destOrd="0" presId="urn:microsoft.com/office/officeart/2005/8/layout/hProcess4"/>
    <dgm:cxn modelId="{5E78EA22-60E1-4030-A512-63C7EA14D563}" srcId="{604BB64D-95AD-4ECD-9CD4-481565D031F3}" destId="{A9CDA503-C209-4D7F-A0A7-664FE4C55F40}" srcOrd="0" destOrd="0" parTransId="{B6FA5425-7D29-4886-BC85-8CECDB6544B6}" sibTransId="{24368D6F-D366-4825-BEAE-A85DC933A424}"/>
    <dgm:cxn modelId="{0E7B9823-A69C-4A4E-8CE6-893C4FCC4511}" type="presOf" srcId="{95B0E3B5-A803-453E-AB3C-233EC8CAF746}" destId="{DF104138-2A78-4DF0-9D23-7C5A483743BB}" srcOrd="0" destOrd="0" presId="urn:microsoft.com/office/officeart/2005/8/layout/hProcess4"/>
    <dgm:cxn modelId="{EE0CBA2D-8251-47FE-BD45-250BB8BDA5EC}" type="presOf" srcId="{C72388A1-9C30-4405-9E8A-4851BF876897}" destId="{62D443BF-D3D4-43EB-9D8E-24E0BC780372}" srcOrd="0" destOrd="0" presId="urn:microsoft.com/office/officeart/2005/8/layout/hProcess4"/>
    <dgm:cxn modelId="{FBAB0F41-D3D0-4987-8819-2F8D1E66D8AD}" type="presOf" srcId="{21866B2A-79E4-420A-AEDB-98065B0B65D9}" destId="{45633407-E32F-4BE7-B9EE-3ECF96AFEDA1}" srcOrd="0" destOrd="0" presId="urn:microsoft.com/office/officeart/2005/8/layout/hProcess4"/>
    <dgm:cxn modelId="{D4D82D66-7294-4268-B501-0372F5EBCE39}" type="presOf" srcId="{3FA60EAF-6C9A-4B44-B037-D26594A21C02}" destId="{68181938-47E5-4C73-9EF8-21628E60B7BB}" srcOrd="0" destOrd="0" presId="urn:microsoft.com/office/officeart/2005/8/layout/hProcess4"/>
    <dgm:cxn modelId="{F2603A4E-A337-4EFA-8346-E8B4CAD47124}" type="presOf" srcId="{608403AF-30AF-4FC4-A4EE-99C802E72EA4}" destId="{61E76E1E-E945-407F-9EB2-7E51B9F78F64}" srcOrd="1" destOrd="0" presId="urn:microsoft.com/office/officeart/2005/8/layout/hProcess4"/>
    <dgm:cxn modelId="{A9CC9E77-E2C5-4E41-9D43-5DC7B83983F4}" srcId="{21866B2A-79E4-420A-AEDB-98065B0B65D9}" destId="{608403AF-30AF-4FC4-A4EE-99C802E72EA4}" srcOrd="0" destOrd="0" parTransId="{FBF234D2-B385-4AD5-A669-7D0E8B63FAA0}" sibTransId="{845DA434-CA17-42AE-B33B-D09E8E3663EC}"/>
    <dgm:cxn modelId="{7988557A-7330-4590-B296-1A271C1D9CAA}" type="presOf" srcId="{3FA60EAF-6C9A-4B44-B037-D26594A21C02}" destId="{C4296F2F-6A53-4FDF-9608-51676BAF8735}" srcOrd="1" destOrd="0" presId="urn:microsoft.com/office/officeart/2005/8/layout/hProcess4"/>
    <dgm:cxn modelId="{7AC0B68C-D031-457B-B88A-85D45287C465}" type="presOf" srcId="{B919419D-8220-4EAE-B630-D58376B1734C}" destId="{10D9F54D-8BF0-4198-B507-69EE6B880128}" srcOrd="0" destOrd="0" presId="urn:microsoft.com/office/officeart/2005/8/layout/hProcess4"/>
    <dgm:cxn modelId="{6210528E-6899-4D3C-9165-41A6B40398ED}" type="presOf" srcId="{608403AF-30AF-4FC4-A4EE-99C802E72EA4}" destId="{5C97B2E3-E6D1-45D5-BDB8-A2B04BE66C30}" srcOrd="0" destOrd="0" presId="urn:microsoft.com/office/officeart/2005/8/layout/hProcess4"/>
    <dgm:cxn modelId="{000FEFA3-4CAF-477C-97D7-FFE79A418435}" type="presOf" srcId="{D7B26C20-9BCF-4BBF-B002-8B78D60763E7}" destId="{6865665A-AC53-494E-964B-AE708D560E27}" srcOrd="0" destOrd="0" presId="urn:microsoft.com/office/officeart/2005/8/layout/hProcess4"/>
    <dgm:cxn modelId="{E658B2A5-C2E8-4425-9224-A0F18F56C6A1}" srcId="{C72388A1-9C30-4405-9E8A-4851BF876897}" destId="{604BB64D-95AD-4ECD-9CD4-481565D031F3}" srcOrd="1" destOrd="0" parTransId="{8D08C412-13BF-494F-A502-96C7B3EA53D9}" sibTransId="{0A170911-A232-45E2-833F-48B0FFA77DDD}"/>
    <dgm:cxn modelId="{D1E4D8B3-C43F-42D6-96A3-D39626EB1E18}" type="presOf" srcId="{0A170911-A232-45E2-833F-48B0FFA77DDD}" destId="{9E6926EB-70F9-418E-8AFF-8083628A086E}" srcOrd="0" destOrd="0" presId="urn:microsoft.com/office/officeart/2005/8/layout/hProcess4"/>
    <dgm:cxn modelId="{368FEFB4-AAE9-44BA-9C6F-D40717DA94CA}" srcId="{C72388A1-9C30-4405-9E8A-4851BF876897}" destId="{649B10D8-AA77-44C0-9224-FACA3C7F0405}" srcOrd="2" destOrd="0" parTransId="{203CB76B-FA53-4878-93DA-1BC272EFEF77}" sibTransId="{95B0E3B5-A803-453E-AB3C-233EC8CAF746}"/>
    <dgm:cxn modelId="{7853C4D0-F156-46AF-B221-F8404B20BAFE}" srcId="{B919419D-8220-4EAE-B630-D58376B1734C}" destId="{87342064-6940-4FCD-89C9-42ECFE2FFFDB}" srcOrd="0" destOrd="0" parTransId="{764E6FA3-0A51-44BB-9431-227328746A50}" sibTransId="{BA32CBEE-424D-4AA5-960D-5B4A8B62A0F0}"/>
    <dgm:cxn modelId="{D63E2DD3-34CA-49A8-BDC3-80F4F8DF9519}" srcId="{649B10D8-AA77-44C0-9224-FACA3C7F0405}" destId="{3FA60EAF-6C9A-4B44-B037-D26594A21C02}" srcOrd="0" destOrd="0" parTransId="{B7D3BDE8-BA27-4D06-B877-CA9F527F2CC4}" sibTransId="{93A88B38-86EE-496D-928D-CB4EA0F8E854}"/>
    <dgm:cxn modelId="{943EEDE7-C274-43D4-9E86-FEDE7E111C25}" type="presOf" srcId="{A9CDA503-C209-4D7F-A0A7-664FE4C55F40}" destId="{ADD60488-9B66-401F-8946-1061D8688E41}" srcOrd="0" destOrd="0" presId="urn:microsoft.com/office/officeart/2005/8/layout/hProcess4"/>
    <dgm:cxn modelId="{D9F87EEF-F6D1-4C53-8A09-518D49BD5D92}" srcId="{C72388A1-9C30-4405-9E8A-4851BF876897}" destId="{B919419D-8220-4EAE-B630-D58376B1734C}" srcOrd="3" destOrd="0" parTransId="{0FBA49E9-7CDC-4AEF-B8F2-2A43B8143FDC}" sibTransId="{28423465-0318-468A-B0EB-9BBE178889EB}"/>
    <dgm:cxn modelId="{63AC6DF7-905E-491B-8B0D-E436E7697140}" srcId="{C72388A1-9C30-4405-9E8A-4851BF876897}" destId="{21866B2A-79E4-420A-AEDB-98065B0B65D9}" srcOrd="0" destOrd="0" parTransId="{FB61F021-1428-4146-93CE-2B643DA1FB4E}" sibTransId="{D7B26C20-9BCF-4BBF-B002-8B78D60763E7}"/>
    <dgm:cxn modelId="{724E34FB-85AA-4382-B682-A9D3F59CE0F5}" type="presOf" srcId="{A9CDA503-C209-4D7F-A0A7-664FE4C55F40}" destId="{50769D05-3B29-484B-AE98-A1F69EF3738E}" srcOrd="1" destOrd="0" presId="urn:microsoft.com/office/officeart/2005/8/layout/hProcess4"/>
    <dgm:cxn modelId="{E179239E-6A0C-41C3-A04A-875CF4AF7F6F}" type="presParOf" srcId="{62D443BF-D3D4-43EB-9D8E-24E0BC780372}" destId="{08580EB1-2CE8-463A-B467-9618F7D8DC0D}" srcOrd="0" destOrd="0" presId="urn:microsoft.com/office/officeart/2005/8/layout/hProcess4"/>
    <dgm:cxn modelId="{0493DFCC-84DC-4D7D-B4FB-A1ED65CB2E94}" type="presParOf" srcId="{62D443BF-D3D4-43EB-9D8E-24E0BC780372}" destId="{5085D389-BD8D-4AA0-B0E3-88CB6BFBD5B0}" srcOrd="1" destOrd="0" presId="urn:microsoft.com/office/officeart/2005/8/layout/hProcess4"/>
    <dgm:cxn modelId="{018C95DF-1833-4966-A27A-FF4EA82EAFE7}" type="presParOf" srcId="{62D443BF-D3D4-43EB-9D8E-24E0BC780372}" destId="{680AACBE-2B36-4336-A2A7-F86267B341EF}" srcOrd="2" destOrd="0" presId="urn:microsoft.com/office/officeart/2005/8/layout/hProcess4"/>
    <dgm:cxn modelId="{E47FDC45-C28D-40BC-88B3-2563F8E3E65E}" type="presParOf" srcId="{680AACBE-2B36-4336-A2A7-F86267B341EF}" destId="{7E20550E-90D5-4BCE-BE08-EF7DB80CC2ED}" srcOrd="0" destOrd="0" presId="urn:microsoft.com/office/officeart/2005/8/layout/hProcess4"/>
    <dgm:cxn modelId="{F383C25A-1FB7-4F11-87E2-DD730BF6FFD2}" type="presParOf" srcId="{7E20550E-90D5-4BCE-BE08-EF7DB80CC2ED}" destId="{04D1E1F3-9C91-49A6-B15B-0BB7FEA2E6FB}" srcOrd="0" destOrd="0" presId="urn:microsoft.com/office/officeart/2005/8/layout/hProcess4"/>
    <dgm:cxn modelId="{0E1FAA52-A600-4B38-9E6C-8DB9722FAEEB}" type="presParOf" srcId="{7E20550E-90D5-4BCE-BE08-EF7DB80CC2ED}" destId="{5C97B2E3-E6D1-45D5-BDB8-A2B04BE66C30}" srcOrd="1" destOrd="0" presId="urn:microsoft.com/office/officeart/2005/8/layout/hProcess4"/>
    <dgm:cxn modelId="{1A72980F-86FF-4F8E-9C26-662E51E3F4BF}" type="presParOf" srcId="{7E20550E-90D5-4BCE-BE08-EF7DB80CC2ED}" destId="{61E76E1E-E945-407F-9EB2-7E51B9F78F64}" srcOrd="2" destOrd="0" presId="urn:microsoft.com/office/officeart/2005/8/layout/hProcess4"/>
    <dgm:cxn modelId="{37395509-2BF4-4C42-AFAE-65AFD7880D85}" type="presParOf" srcId="{7E20550E-90D5-4BCE-BE08-EF7DB80CC2ED}" destId="{45633407-E32F-4BE7-B9EE-3ECF96AFEDA1}" srcOrd="3" destOrd="0" presId="urn:microsoft.com/office/officeart/2005/8/layout/hProcess4"/>
    <dgm:cxn modelId="{A3E01C81-8217-477F-BBC1-D64FDABE31DE}" type="presParOf" srcId="{7E20550E-90D5-4BCE-BE08-EF7DB80CC2ED}" destId="{D33E955A-82E7-4532-A57D-1C332BB13426}" srcOrd="4" destOrd="0" presId="urn:microsoft.com/office/officeart/2005/8/layout/hProcess4"/>
    <dgm:cxn modelId="{396CCBDE-03D6-4693-8904-85681882BB11}" type="presParOf" srcId="{680AACBE-2B36-4336-A2A7-F86267B341EF}" destId="{6865665A-AC53-494E-964B-AE708D560E27}" srcOrd="1" destOrd="0" presId="urn:microsoft.com/office/officeart/2005/8/layout/hProcess4"/>
    <dgm:cxn modelId="{0C7CF3CD-A5FC-4469-9FE3-C20651BEF3E6}" type="presParOf" srcId="{680AACBE-2B36-4336-A2A7-F86267B341EF}" destId="{8E3E1AFD-1BA8-4F18-9487-637CF08E1E69}" srcOrd="2" destOrd="0" presId="urn:microsoft.com/office/officeart/2005/8/layout/hProcess4"/>
    <dgm:cxn modelId="{CF706E19-CA79-4EFF-A828-4EFC6DA6875B}" type="presParOf" srcId="{8E3E1AFD-1BA8-4F18-9487-637CF08E1E69}" destId="{35BC5AD6-85D8-4109-8E2C-5C76D4083AA4}" srcOrd="0" destOrd="0" presId="urn:microsoft.com/office/officeart/2005/8/layout/hProcess4"/>
    <dgm:cxn modelId="{B107C258-4F32-4857-80C2-CB2B71CC8BEC}" type="presParOf" srcId="{8E3E1AFD-1BA8-4F18-9487-637CF08E1E69}" destId="{ADD60488-9B66-401F-8946-1061D8688E41}" srcOrd="1" destOrd="0" presId="urn:microsoft.com/office/officeart/2005/8/layout/hProcess4"/>
    <dgm:cxn modelId="{982C686B-3B36-435A-A0AA-1AA71DE0C497}" type="presParOf" srcId="{8E3E1AFD-1BA8-4F18-9487-637CF08E1E69}" destId="{50769D05-3B29-484B-AE98-A1F69EF3738E}" srcOrd="2" destOrd="0" presId="urn:microsoft.com/office/officeart/2005/8/layout/hProcess4"/>
    <dgm:cxn modelId="{80E86BA3-BF33-4DFA-8699-5A2385860F9E}" type="presParOf" srcId="{8E3E1AFD-1BA8-4F18-9487-637CF08E1E69}" destId="{B00235A5-5C79-4D4D-B02E-7C1BE35A4E6E}" srcOrd="3" destOrd="0" presId="urn:microsoft.com/office/officeart/2005/8/layout/hProcess4"/>
    <dgm:cxn modelId="{8CFAB276-75EB-41C7-A4A7-88AF22C1906A}" type="presParOf" srcId="{8E3E1AFD-1BA8-4F18-9487-637CF08E1E69}" destId="{8623AFBA-D1E0-4840-B3DE-2F9BED25369F}" srcOrd="4" destOrd="0" presId="urn:microsoft.com/office/officeart/2005/8/layout/hProcess4"/>
    <dgm:cxn modelId="{90916242-A3CC-43EA-9EA0-484B77DF6F32}" type="presParOf" srcId="{680AACBE-2B36-4336-A2A7-F86267B341EF}" destId="{9E6926EB-70F9-418E-8AFF-8083628A086E}" srcOrd="3" destOrd="0" presId="urn:microsoft.com/office/officeart/2005/8/layout/hProcess4"/>
    <dgm:cxn modelId="{CA6ECF19-2927-458C-9393-94B3E2D150CD}" type="presParOf" srcId="{680AACBE-2B36-4336-A2A7-F86267B341EF}" destId="{6C6B9DD8-0466-447E-A17E-E286970118D3}" srcOrd="4" destOrd="0" presId="urn:microsoft.com/office/officeart/2005/8/layout/hProcess4"/>
    <dgm:cxn modelId="{B4EB14A6-D22A-457E-AD86-D665ED02DBF4}" type="presParOf" srcId="{6C6B9DD8-0466-447E-A17E-E286970118D3}" destId="{A660CAAB-5E1D-4FE0-80A1-882546248DFE}" srcOrd="0" destOrd="0" presId="urn:microsoft.com/office/officeart/2005/8/layout/hProcess4"/>
    <dgm:cxn modelId="{6D7F5E06-9852-4B4F-9656-F93E359CD439}" type="presParOf" srcId="{6C6B9DD8-0466-447E-A17E-E286970118D3}" destId="{68181938-47E5-4C73-9EF8-21628E60B7BB}" srcOrd="1" destOrd="0" presId="urn:microsoft.com/office/officeart/2005/8/layout/hProcess4"/>
    <dgm:cxn modelId="{A557D3A4-3988-4AF5-B6E4-0765648BB2F7}" type="presParOf" srcId="{6C6B9DD8-0466-447E-A17E-E286970118D3}" destId="{C4296F2F-6A53-4FDF-9608-51676BAF8735}" srcOrd="2" destOrd="0" presId="urn:microsoft.com/office/officeart/2005/8/layout/hProcess4"/>
    <dgm:cxn modelId="{54135095-EF63-4759-A065-3C6439DF82A7}" type="presParOf" srcId="{6C6B9DD8-0466-447E-A17E-E286970118D3}" destId="{6EDE1CBE-833D-422B-AAE2-BA5E3EF9B6C2}" srcOrd="3" destOrd="0" presId="urn:microsoft.com/office/officeart/2005/8/layout/hProcess4"/>
    <dgm:cxn modelId="{CF659ADA-214A-4531-BF0C-172FBCC8A9CE}" type="presParOf" srcId="{6C6B9DD8-0466-447E-A17E-E286970118D3}" destId="{5F7A08DB-9C21-4964-8727-1EBF0D73DBF9}" srcOrd="4" destOrd="0" presId="urn:microsoft.com/office/officeart/2005/8/layout/hProcess4"/>
    <dgm:cxn modelId="{2DE376E7-F88A-4F20-8C8A-FC7DE10D1E10}" type="presParOf" srcId="{680AACBE-2B36-4336-A2A7-F86267B341EF}" destId="{DF104138-2A78-4DF0-9D23-7C5A483743BB}" srcOrd="5" destOrd="0" presId="urn:microsoft.com/office/officeart/2005/8/layout/hProcess4"/>
    <dgm:cxn modelId="{202F05C7-550B-49A8-98F4-3E15A3DBD0D7}" type="presParOf" srcId="{680AACBE-2B36-4336-A2A7-F86267B341EF}" destId="{B46C8B4B-578B-4737-814F-846E731356C4}" srcOrd="6" destOrd="0" presId="urn:microsoft.com/office/officeart/2005/8/layout/hProcess4"/>
    <dgm:cxn modelId="{6147D4A4-85F9-404C-9FF1-913CB80E610B}" type="presParOf" srcId="{B46C8B4B-578B-4737-814F-846E731356C4}" destId="{6412A2B8-7B3E-40FC-B392-8E79B76FA719}" srcOrd="0" destOrd="0" presId="urn:microsoft.com/office/officeart/2005/8/layout/hProcess4"/>
    <dgm:cxn modelId="{18607C74-E123-4A31-B91F-176E0AD9C37E}" type="presParOf" srcId="{B46C8B4B-578B-4737-814F-846E731356C4}" destId="{676903CD-1099-4618-9CA7-164636E80545}" srcOrd="1" destOrd="0" presId="urn:microsoft.com/office/officeart/2005/8/layout/hProcess4"/>
    <dgm:cxn modelId="{5F5B0E89-014E-4D5A-AA0E-117624E45FC8}" type="presParOf" srcId="{B46C8B4B-578B-4737-814F-846E731356C4}" destId="{0ED67803-EB4B-47B5-9CB8-34F1E025FA4C}" srcOrd="2" destOrd="0" presId="urn:microsoft.com/office/officeart/2005/8/layout/hProcess4"/>
    <dgm:cxn modelId="{2EE1B85F-2FFF-481B-81E3-BF1E77ED038F}" type="presParOf" srcId="{B46C8B4B-578B-4737-814F-846E731356C4}" destId="{10D9F54D-8BF0-4198-B507-69EE6B880128}" srcOrd="3" destOrd="0" presId="urn:microsoft.com/office/officeart/2005/8/layout/hProcess4"/>
    <dgm:cxn modelId="{3FC2A461-E01F-45AE-841A-02FDAB6430AF}" type="presParOf" srcId="{B46C8B4B-578B-4737-814F-846E731356C4}" destId="{2BBB2BA0-928F-41B4-899A-5461895A258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AD0D279-0532-4A3E-AC91-149E7793E28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3439B515-9544-4D03-89AC-3A996FB78590}">
      <dgm:prSet phldrT="[Szöveg]" custT="1"/>
      <dgm:spPr>
        <a:solidFill>
          <a:schemeClr val="lt1">
            <a:hueOff val="0"/>
            <a:satOff val="0"/>
            <a:lumOff val="0"/>
            <a:alpha val="0"/>
          </a:schemeClr>
        </a:solidFill>
        <a:ln>
          <a:solidFill>
            <a:schemeClr val="tx1"/>
          </a:solidFill>
        </a:ln>
      </dgm:spPr>
      <dgm:t>
        <a:bodyPr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AUTHENTICATION REQUIRED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F444775D-17EA-43F0-96DA-A36F381F6AFC}" type="parTrans" cxnId="{385FF4D3-3970-4B72-B302-ADCF14031568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D03DE227-1641-4FF2-AD0B-5CC4796484A9}" type="sibTrans" cxnId="{385FF4D3-3970-4B72-B302-ADCF14031568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46C74AF5-3BA6-4A05-AA62-0B030AA4C013}">
      <dgm:prSet phldrT="[Szöveg]" custT="1"/>
      <dgm:spPr>
        <a:solidFill>
          <a:schemeClr val="lt1">
            <a:hueOff val="0"/>
            <a:satOff val="0"/>
            <a:lumOff val="0"/>
            <a:alpha val="0"/>
          </a:schemeClr>
        </a:solidFill>
        <a:ln>
          <a:solidFill>
            <a:schemeClr val="tx1"/>
          </a:solidFill>
        </a:ln>
      </dgm:spPr>
      <dgm:t>
        <a:bodyPr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USER SPECIFIC ACCESS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816197B2-A0D2-4C47-BA90-0D08F44ECD68}" type="parTrans" cxnId="{BEFFBB70-946D-4DA0-AEB5-6405ACEEB858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428D584D-441B-4DE6-A5FD-99F86B7C085E}" type="sibTrans" cxnId="{BEFFBB70-946D-4DA0-AEB5-6405ACEEB858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FE5BADD5-3AFD-4C7A-A83F-6497F0D3DFF7}">
      <dgm:prSet phldrT="[Szöveg]" custT="1"/>
      <dgm:spPr>
        <a:solidFill>
          <a:schemeClr val="lt1">
            <a:hueOff val="0"/>
            <a:satOff val="0"/>
            <a:lumOff val="0"/>
            <a:alpha val="0"/>
          </a:schemeClr>
        </a:solidFill>
        <a:ln>
          <a:solidFill>
            <a:schemeClr val="tx1"/>
          </a:solidFill>
        </a:ln>
      </dgm:spPr>
      <dgm:t>
        <a:bodyPr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UNAUTHORIZED WRITES BLOCKED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DB60A85E-C96E-4F5D-BA62-EA8822918186}" type="parTrans" cxnId="{909A76FA-BBE2-4DBF-AF0A-FCDCB68F611B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0B1E782D-59E4-4B5D-8E0B-A2FFC0E2F41D}" type="sibTrans" cxnId="{909A76FA-BBE2-4DBF-AF0A-FCDCB68F611B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6EE7927E-3298-4676-884D-CB35E34B9480}">
      <dgm:prSet phldrT="[Szöveg]" custT="1"/>
      <dgm:spPr>
        <a:ln>
          <a:solidFill>
            <a:schemeClr val="tx1"/>
          </a:solidFill>
        </a:ln>
      </dgm:spPr>
      <dgm:t>
        <a:bodyPr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CONTROLLED UPDATES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7B2DE534-EFC2-4897-9B6B-8212D127C96D}" type="parTrans" cxnId="{089316E5-87C0-404F-9A4A-C2E460309D92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43064AB7-A326-4AA3-80E7-B0B7F8C0B7D6}" type="sibTrans" cxnId="{089316E5-87C0-404F-9A4A-C2E460309D92}">
      <dgm:prSet/>
      <dgm:spPr/>
      <dgm:t>
        <a:bodyPr/>
        <a:lstStyle/>
        <a:p>
          <a:pPr algn="ctr"/>
          <a:endParaRPr lang="hu-HU" sz="3000">
            <a:solidFill>
              <a:schemeClr val="tx1"/>
            </a:solidFill>
          </a:endParaRPr>
        </a:p>
      </dgm:t>
    </dgm:pt>
    <dgm:pt modelId="{94BEFD50-73AC-4766-9B34-C201A1B613B6}" type="pres">
      <dgm:prSet presAssocID="{3AD0D279-0532-4A3E-AC91-149E7793E28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46B8FB6-C589-4B2D-99FF-7B1AF66153CC}" type="pres">
      <dgm:prSet presAssocID="{3439B515-9544-4D03-89AC-3A996FB78590}" presName="circle1" presStyleLbl="node1" presStyleIdx="0" presStyleCnt="4"/>
      <dgm:spPr>
        <a:solidFill>
          <a:schemeClr val="tx1"/>
        </a:solidFill>
      </dgm:spPr>
    </dgm:pt>
    <dgm:pt modelId="{B2D2F487-B786-4245-B22F-D0399C9A9D8D}" type="pres">
      <dgm:prSet presAssocID="{3439B515-9544-4D03-89AC-3A996FB78590}" presName="space" presStyleCnt="0"/>
      <dgm:spPr/>
    </dgm:pt>
    <dgm:pt modelId="{9BFC07D5-0672-4513-A225-58A2C1D6B53B}" type="pres">
      <dgm:prSet presAssocID="{3439B515-9544-4D03-89AC-3A996FB78590}" presName="rect1" presStyleLbl="alignAcc1" presStyleIdx="0" presStyleCnt="4" custLinFactNeighborX="3319" custLinFactNeighborY="216"/>
      <dgm:spPr/>
    </dgm:pt>
    <dgm:pt modelId="{6DFFC3DA-8D14-4714-ABFA-361E94494931}" type="pres">
      <dgm:prSet presAssocID="{46C74AF5-3BA6-4A05-AA62-0B030AA4C013}" presName="vertSpace2" presStyleLbl="node1" presStyleIdx="0" presStyleCnt="4"/>
      <dgm:spPr/>
    </dgm:pt>
    <dgm:pt modelId="{7BED7702-AA60-4090-BA61-26143CF3274E}" type="pres">
      <dgm:prSet presAssocID="{46C74AF5-3BA6-4A05-AA62-0B030AA4C013}" presName="circle2" presStyleLbl="node1" presStyleIdx="1" presStyleCnt="4"/>
      <dgm:spPr>
        <a:solidFill>
          <a:schemeClr val="tx1"/>
        </a:solidFill>
      </dgm:spPr>
    </dgm:pt>
    <dgm:pt modelId="{0DDF1D12-CE3D-445C-B7E4-5FCA1D5D117D}" type="pres">
      <dgm:prSet presAssocID="{46C74AF5-3BA6-4A05-AA62-0B030AA4C013}" presName="rect2" presStyleLbl="alignAcc1" presStyleIdx="1" presStyleCnt="4"/>
      <dgm:spPr/>
    </dgm:pt>
    <dgm:pt modelId="{EF15363B-A66E-4C0E-BA87-CA0E57362D30}" type="pres">
      <dgm:prSet presAssocID="{FE5BADD5-3AFD-4C7A-A83F-6497F0D3DFF7}" presName="vertSpace3" presStyleLbl="node1" presStyleIdx="1" presStyleCnt="4"/>
      <dgm:spPr/>
    </dgm:pt>
    <dgm:pt modelId="{9C16B9A8-CEE4-4540-B4DB-D21FC1A783F6}" type="pres">
      <dgm:prSet presAssocID="{FE5BADD5-3AFD-4C7A-A83F-6497F0D3DFF7}" presName="circle3" presStyleLbl="node1" presStyleIdx="2" presStyleCnt="4"/>
      <dgm:spPr>
        <a:solidFill>
          <a:schemeClr val="tx1"/>
        </a:solidFill>
      </dgm:spPr>
    </dgm:pt>
    <dgm:pt modelId="{4266D086-D19D-4B38-B357-846C5A3EFBB5}" type="pres">
      <dgm:prSet presAssocID="{FE5BADD5-3AFD-4C7A-A83F-6497F0D3DFF7}" presName="rect3" presStyleLbl="alignAcc1" presStyleIdx="2" presStyleCnt="4"/>
      <dgm:spPr/>
    </dgm:pt>
    <dgm:pt modelId="{223A3F9B-555F-4C42-B374-E1B7269A09A4}" type="pres">
      <dgm:prSet presAssocID="{6EE7927E-3298-4676-884D-CB35E34B9480}" presName="vertSpace4" presStyleLbl="node1" presStyleIdx="2" presStyleCnt="4"/>
      <dgm:spPr/>
    </dgm:pt>
    <dgm:pt modelId="{ABC7CC85-D96A-4E7A-B03F-34FBB07537F1}" type="pres">
      <dgm:prSet presAssocID="{6EE7927E-3298-4676-884D-CB35E34B9480}" presName="circle4" presStyleLbl="node1" presStyleIdx="3" presStyleCnt="4"/>
      <dgm:spPr>
        <a:solidFill>
          <a:schemeClr val="tx1"/>
        </a:solidFill>
      </dgm:spPr>
    </dgm:pt>
    <dgm:pt modelId="{371BEAA0-28FB-423C-9EE5-F4D93787C507}" type="pres">
      <dgm:prSet presAssocID="{6EE7927E-3298-4676-884D-CB35E34B9480}" presName="rect4" presStyleLbl="alignAcc1" presStyleIdx="3" presStyleCnt="4"/>
      <dgm:spPr/>
    </dgm:pt>
    <dgm:pt modelId="{32B2BAB1-8F0D-4335-91CD-15D9F205280D}" type="pres">
      <dgm:prSet presAssocID="{3439B515-9544-4D03-89AC-3A996FB78590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0E1667EE-0263-40DD-8CEC-1F57D2F302A4}" type="pres">
      <dgm:prSet presAssocID="{46C74AF5-3BA6-4A05-AA62-0B030AA4C013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9C24E504-5B28-4B49-9E6A-160D7DA4075C}" type="pres">
      <dgm:prSet presAssocID="{FE5BADD5-3AFD-4C7A-A83F-6497F0D3DFF7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F716D83D-374F-4A36-9B9E-26737AC25052}" type="pres">
      <dgm:prSet presAssocID="{6EE7927E-3298-4676-884D-CB35E34B9480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BF849903-9EB2-48F6-A285-A417934B219A}" type="presOf" srcId="{46C74AF5-3BA6-4A05-AA62-0B030AA4C013}" destId="{0E1667EE-0263-40DD-8CEC-1F57D2F302A4}" srcOrd="1" destOrd="0" presId="urn:microsoft.com/office/officeart/2005/8/layout/target3"/>
    <dgm:cxn modelId="{0C807828-EBAA-4FD9-B5D7-4F0E0DE5CDD4}" type="presOf" srcId="{FE5BADD5-3AFD-4C7A-A83F-6497F0D3DFF7}" destId="{9C24E504-5B28-4B49-9E6A-160D7DA4075C}" srcOrd="1" destOrd="0" presId="urn:microsoft.com/office/officeart/2005/8/layout/target3"/>
    <dgm:cxn modelId="{29904F61-1D0E-4E4A-8D26-84D60125959A}" type="presOf" srcId="{3439B515-9544-4D03-89AC-3A996FB78590}" destId="{32B2BAB1-8F0D-4335-91CD-15D9F205280D}" srcOrd="1" destOrd="0" presId="urn:microsoft.com/office/officeart/2005/8/layout/target3"/>
    <dgm:cxn modelId="{9A544F67-1B21-44B8-84FC-8254C035CE47}" type="presOf" srcId="{3AD0D279-0532-4A3E-AC91-149E7793E28A}" destId="{94BEFD50-73AC-4766-9B34-C201A1B613B6}" srcOrd="0" destOrd="0" presId="urn:microsoft.com/office/officeart/2005/8/layout/target3"/>
    <dgm:cxn modelId="{BEFFBB70-946D-4DA0-AEB5-6405ACEEB858}" srcId="{3AD0D279-0532-4A3E-AC91-149E7793E28A}" destId="{46C74AF5-3BA6-4A05-AA62-0B030AA4C013}" srcOrd="1" destOrd="0" parTransId="{816197B2-A0D2-4C47-BA90-0D08F44ECD68}" sibTransId="{428D584D-441B-4DE6-A5FD-99F86B7C085E}"/>
    <dgm:cxn modelId="{7E821278-FC22-47D4-A675-1C4BE86DBF01}" type="presOf" srcId="{3439B515-9544-4D03-89AC-3A996FB78590}" destId="{9BFC07D5-0672-4513-A225-58A2C1D6B53B}" srcOrd="0" destOrd="0" presId="urn:microsoft.com/office/officeart/2005/8/layout/target3"/>
    <dgm:cxn modelId="{9ECE8280-5E3D-48A0-8D75-5C00E7B359D5}" type="presOf" srcId="{46C74AF5-3BA6-4A05-AA62-0B030AA4C013}" destId="{0DDF1D12-CE3D-445C-B7E4-5FCA1D5D117D}" srcOrd="0" destOrd="0" presId="urn:microsoft.com/office/officeart/2005/8/layout/target3"/>
    <dgm:cxn modelId="{73796C8A-A448-4E40-AB2B-1D7CF341AFF8}" type="presOf" srcId="{6EE7927E-3298-4676-884D-CB35E34B9480}" destId="{371BEAA0-28FB-423C-9EE5-F4D93787C507}" srcOrd="0" destOrd="0" presId="urn:microsoft.com/office/officeart/2005/8/layout/target3"/>
    <dgm:cxn modelId="{5A388C95-D3EF-45D6-9F6A-9DA0A164B307}" type="presOf" srcId="{FE5BADD5-3AFD-4C7A-A83F-6497F0D3DFF7}" destId="{4266D086-D19D-4B38-B357-846C5A3EFBB5}" srcOrd="0" destOrd="0" presId="urn:microsoft.com/office/officeart/2005/8/layout/target3"/>
    <dgm:cxn modelId="{D783C5BB-0EE6-496D-8C1B-159F21F6C7C2}" type="presOf" srcId="{6EE7927E-3298-4676-884D-CB35E34B9480}" destId="{F716D83D-374F-4A36-9B9E-26737AC25052}" srcOrd="1" destOrd="0" presId="urn:microsoft.com/office/officeart/2005/8/layout/target3"/>
    <dgm:cxn modelId="{385FF4D3-3970-4B72-B302-ADCF14031568}" srcId="{3AD0D279-0532-4A3E-AC91-149E7793E28A}" destId="{3439B515-9544-4D03-89AC-3A996FB78590}" srcOrd="0" destOrd="0" parTransId="{F444775D-17EA-43F0-96DA-A36F381F6AFC}" sibTransId="{D03DE227-1641-4FF2-AD0B-5CC4796484A9}"/>
    <dgm:cxn modelId="{089316E5-87C0-404F-9A4A-C2E460309D92}" srcId="{3AD0D279-0532-4A3E-AC91-149E7793E28A}" destId="{6EE7927E-3298-4676-884D-CB35E34B9480}" srcOrd="3" destOrd="0" parTransId="{7B2DE534-EFC2-4897-9B6B-8212D127C96D}" sibTransId="{43064AB7-A326-4AA3-80E7-B0B7F8C0B7D6}"/>
    <dgm:cxn modelId="{909A76FA-BBE2-4DBF-AF0A-FCDCB68F611B}" srcId="{3AD0D279-0532-4A3E-AC91-149E7793E28A}" destId="{FE5BADD5-3AFD-4C7A-A83F-6497F0D3DFF7}" srcOrd="2" destOrd="0" parTransId="{DB60A85E-C96E-4F5D-BA62-EA8822918186}" sibTransId="{0B1E782D-59E4-4B5D-8E0B-A2FFC0E2F41D}"/>
    <dgm:cxn modelId="{88CA9B3E-B696-4E21-9E5A-4C1EC7CFDA5D}" type="presParOf" srcId="{94BEFD50-73AC-4766-9B34-C201A1B613B6}" destId="{E46B8FB6-C589-4B2D-99FF-7B1AF66153CC}" srcOrd="0" destOrd="0" presId="urn:microsoft.com/office/officeart/2005/8/layout/target3"/>
    <dgm:cxn modelId="{542369B2-793A-4661-83AD-27B87AA0B694}" type="presParOf" srcId="{94BEFD50-73AC-4766-9B34-C201A1B613B6}" destId="{B2D2F487-B786-4245-B22F-D0399C9A9D8D}" srcOrd="1" destOrd="0" presId="urn:microsoft.com/office/officeart/2005/8/layout/target3"/>
    <dgm:cxn modelId="{5A26E1EA-E3D5-4EF4-A564-FE80F04A473E}" type="presParOf" srcId="{94BEFD50-73AC-4766-9B34-C201A1B613B6}" destId="{9BFC07D5-0672-4513-A225-58A2C1D6B53B}" srcOrd="2" destOrd="0" presId="urn:microsoft.com/office/officeart/2005/8/layout/target3"/>
    <dgm:cxn modelId="{B203DF38-1B06-43F7-B71D-707936AD4627}" type="presParOf" srcId="{94BEFD50-73AC-4766-9B34-C201A1B613B6}" destId="{6DFFC3DA-8D14-4714-ABFA-361E94494931}" srcOrd="3" destOrd="0" presId="urn:microsoft.com/office/officeart/2005/8/layout/target3"/>
    <dgm:cxn modelId="{0B2852E6-D5F5-4EA8-96B1-78B8FE2744C2}" type="presParOf" srcId="{94BEFD50-73AC-4766-9B34-C201A1B613B6}" destId="{7BED7702-AA60-4090-BA61-26143CF3274E}" srcOrd="4" destOrd="0" presId="urn:microsoft.com/office/officeart/2005/8/layout/target3"/>
    <dgm:cxn modelId="{54C6B306-1F7E-4514-90E2-DB04F667842A}" type="presParOf" srcId="{94BEFD50-73AC-4766-9B34-C201A1B613B6}" destId="{0DDF1D12-CE3D-445C-B7E4-5FCA1D5D117D}" srcOrd="5" destOrd="0" presId="urn:microsoft.com/office/officeart/2005/8/layout/target3"/>
    <dgm:cxn modelId="{1D00F6BC-C1D2-4FED-95A4-708ABBA7CFF5}" type="presParOf" srcId="{94BEFD50-73AC-4766-9B34-C201A1B613B6}" destId="{EF15363B-A66E-4C0E-BA87-CA0E57362D30}" srcOrd="6" destOrd="0" presId="urn:microsoft.com/office/officeart/2005/8/layout/target3"/>
    <dgm:cxn modelId="{490E3C53-7F6C-4EEB-88C8-73F1F85495CA}" type="presParOf" srcId="{94BEFD50-73AC-4766-9B34-C201A1B613B6}" destId="{9C16B9A8-CEE4-4540-B4DB-D21FC1A783F6}" srcOrd="7" destOrd="0" presId="urn:microsoft.com/office/officeart/2005/8/layout/target3"/>
    <dgm:cxn modelId="{F39B1EBC-1CBA-4346-AEB4-0CBF80AEE7A5}" type="presParOf" srcId="{94BEFD50-73AC-4766-9B34-C201A1B613B6}" destId="{4266D086-D19D-4B38-B357-846C5A3EFBB5}" srcOrd="8" destOrd="0" presId="urn:microsoft.com/office/officeart/2005/8/layout/target3"/>
    <dgm:cxn modelId="{4DC59A5D-BAC5-486F-9A5F-66CA58D6C36E}" type="presParOf" srcId="{94BEFD50-73AC-4766-9B34-C201A1B613B6}" destId="{223A3F9B-555F-4C42-B374-E1B7269A09A4}" srcOrd="9" destOrd="0" presId="urn:microsoft.com/office/officeart/2005/8/layout/target3"/>
    <dgm:cxn modelId="{55DC9E8F-6ADE-4F9E-B463-32651161CEAA}" type="presParOf" srcId="{94BEFD50-73AC-4766-9B34-C201A1B613B6}" destId="{ABC7CC85-D96A-4E7A-B03F-34FBB07537F1}" srcOrd="10" destOrd="0" presId="urn:microsoft.com/office/officeart/2005/8/layout/target3"/>
    <dgm:cxn modelId="{9AA17481-0CA3-4692-A7FB-C952CCAAA547}" type="presParOf" srcId="{94BEFD50-73AC-4766-9B34-C201A1B613B6}" destId="{371BEAA0-28FB-423C-9EE5-F4D93787C507}" srcOrd="11" destOrd="0" presId="urn:microsoft.com/office/officeart/2005/8/layout/target3"/>
    <dgm:cxn modelId="{FE759567-3A94-4042-8E9E-0FF606202B6C}" type="presParOf" srcId="{94BEFD50-73AC-4766-9B34-C201A1B613B6}" destId="{32B2BAB1-8F0D-4335-91CD-15D9F205280D}" srcOrd="12" destOrd="0" presId="urn:microsoft.com/office/officeart/2005/8/layout/target3"/>
    <dgm:cxn modelId="{AD57A155-B6B6-4ECA-9461-9B41B0842121}" type="presParOf" srcId="{94BEFD50-73AC-4766-9B34-C201A1B613B6}" destId="{0E1667EE-0263-40DD-8CEC-1F57D2F302A4}" srcOrd="13" destOrd="0" presId="urn:microsoft.com/office/officeart/2005/8/layout/target3"/>
    <dgm:cxn modelId="{8C59114A-062A-4B1A-BE1E-C259B1B33251}" type="presParOf" srcId="{94BEFD50-73AC-4766-9B34-C201A1B613B6}" destId="{9C24E504-5B28-4B49-9E6A-160D7DA4075C}" srcOrd="14" destOrd="0" presId="urn:microsoft.com/office/officeart/2005/8/layout/target3"/>
    <dgm:cxn modelId="{9D309CB4-3A12-4405-AA7B-7074BB6AEA10}" type="presParOf" srcId="{94BEFD50-73AC-4766-9B34-C201A1B613B6}" destId="{F716D83D-374F-4A36-9B9E-26737AC25052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61012F6-86FC-42C7-9B4A-442C05A699AE}" type="doc">
      <dgm:prSet loTypeId="urn:microsoft.com/office/officeart/2009/layout/ReverseList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DD182764-355B-4BF7-A000-69DC5EF3C16D}">
      <dgm:prSet phldrT="[Szöveg]" custT="1"/>
      <dgm:spPr>
        <a:solidFill>
          <a:schemeClr val="bg1"/>
        </a:solidFill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INTEGRATION TESTS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1A75CD1B-0D30-4DDC-BCCC-5033CECF7122}" type="parTrans" cxnId="{0F744BB0-4662-44E4-ACAA-6C65E7775E3B}">
      <dgm:prSet/>
      <dgm:spPr/>
      <dgm:t>
        <a:bodyPr/>
        <a:lstStyle/>
        <a:p>
          <a:endParaRPr lang="hu-HU" sz="1500"/>
        </a:p>
      </dgm:t>
    </dgm:pt>
    <dgm:pt modelId="{9B4289FE-F625-4525-BE91-17FA0CCCE7C2}" type="sibTrans" cxnId="{0F744BB0-4662-44E4-ACAA-6C65E7775E3B}">
      <dgm:prSet/>
      <dgm:spPr/>
      <dgm:t>
        <a:bodyPr/>
        <a:lstStyle/>
        <a:p>
          <a:endParaRPr lang="hu-HU" sz="1500"/>
        </a:p>
      </dgm:t>
    </dgm:pt>
    <dgm:pt modelId="{BFD85A29-2F40-40B5-8BA9-05411D9913A2}">
      <dgm:prSet phldrT="[Szöveg]" custT="1"/>
      <dgm:spPr>
        <a:solidFill>
          <a:schemeClr val="bg1"/>
        </a:solidFill>
        <a:ln>
          <a:solidFill>
            <a:schemeClr val="tx1"/>
          </a:solidFill>
        </a:ln>
      </dgm:spPr>
      <dgm:t>
        <a:bodyPr anchor="ctr"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SERVICE WORKFLOWS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9E9E9921-796C-471C-8E43-17FF72CE19CF}" type="parTrans" cxnId="{BA832E47-FE1E-4726-98BC-AEA1D524B556}">
      <dgm:prSet/>
      <dgm:spPr/>
      <dgm:t>
        <a:bodyPr/>
        <a:lstStyle/>
        <a:p>
          <a:endParaRPr lang="hu-HU" sz="1500"/>
        </a:p>
      </dgm:t>
    </dgm:pt>
    <dgm:pt modelId="{3D7DB94B-0D27-4E77-98A5-248E074EADC0}" type="sibTrans" cxnId="{BA832E47-FE1E-4726-98BC-AEA1D524B556}">
      <dgm:prSet/>
      <dgm:spPr/>
      <dgm:t>
        <a:bodyPr/>
        <a:lstStyle/>
        <a:p>
          <a:endParaRPr lang="hu-HU" sz="1500"/>
        </a:p>
      </dgm:t>
    </dgm:pt>
    <dgm:pt modelId="{367FEAF6-191B-455B-9936-4339FBD994B5}" type="pres">
      <dgm:prSet presAssocID="{F61012F6-86FC-42C7-9B4A-442C05A699AE}" presName="Name0" presStyleCnt="0">
        <dgm:presLayoutVars>
          <dgm:chMax val="2"/>
          <dgm:chPref val="2"/>
          <dgm:animLvl val="lvl"/>
        </dgm:presLayoutVars>
      </dgm:prSet>
      <dgm:spPr/>
    </dgm:pt>
    <dgm:pt modelId="{6C80FFC2-A395-4C72-9751-9B9E512669C5}" type="pres">
      <dgm:prSet presAssocID="{F61012F6-86FC-42C7-9B4A-442C05A699AE}" presName="LeftText" presStyleLbl="revTx" presStyleIdx="0" presStyleCnt="0">
        <dgm:presLayoutVars>
          <dgm:bulletEnabled val="1"/>
        </dgm:presLayoutVars>
      </dgm:prSet>
      <dgm:spPr/>
    </dgm:pt>
    <dgm:pt modelId="{74302E50-E071-4942-A273-236432ABE0E8}" type="pres">
      <dgm:prSet presAssocID="{F61012F6-86FC-42C7-9B4A-442C05A699AE}" presName="LeftNode" presStyleLbl="bgImgPlace1" presStyleIdx="0" presStyleCnt="2" custScaleX="133626" custScaleY="52230" custLinFactNeighborX="-37821" custLinFactNeighborY="-744">
        <dgm:presLayoutVars>
          <dgm:chMax val="2"/>
          <dgm:chPref val="2"/>
        </dgm:presLayoutVars>
      </dgm:prSet>
      <dgm:spPr/>
    </dgm:pt>
    <dgm:pt modelId="{F2AF217B-BFC7-46D9-A4D5-3EBB6AF29FD0}" type="pres">
      <dgm:prSet presAssocID="{F61012F6-86FC-42C7-9B4A-442C05A699AE}" presName="RightText" presStyleLbl="revTx" presStyleIdx="0" presStyleCnt="0">
        <dgm:presLayoutVars>
          <dgm:bulletEnabled val="1"/>
        </dgm:presLayoutVars>
      </dgm:prSet>
      <dgm:spPr/>
    </dgm:pt>
    <dgm:pt modelId="{878B8447-5C3F-4747-98BA-EDACD7287A0C}" type="pres">
      <dgm:prSet presAssocID="{F61012F6-86FC-42C7-9B4A-442C05A699AE}" presName="RightNode" presStyleLbl="bgImgPlace1" presStyleIdx="1" presStyleCnt="2" custScaleX="133506" custScaleY="52676">
        <dgm:presLayoutVars>
          <dgm:chMax val="0"/>
          <dgm:chPref val="0"/>
        </dgm:presLayoutVars>
      </dgm:prSet>
      <dgm:spPr/>
    </dgm:pt>
    <dgm:pt modelId="{2C4D1AAB-56CB-4A65-9A06-7AA40371F671}" type="pres">
      <dgm:prSet presAssocID="{F61012F6-86FC-42C7-9B4A-442C05A699AE}" presName="TopArrow" presStyleLbl="node1" presStyleIdx="0" presStyleCnt="2" custLinFactNeighborX="-15869" custLinFactNeighborY="36213"/>
      <dgm:spPr>
        <a:solidFill>
          <a:schemeClr val="bg1"/>
        </a:solidFill>
        <a:ln>
          <a:solidFill>
            <a:schemeClr val="tx1"/>
          </a:solidFill>
        </a:ln>
      </dgm:spPr>
    </dgm:pt>
    <dgm:pt modelId="{CB362772-D763-49B3-B71E-CA0C2AEDB36B}" type="pres">
      <dgm:prSet presAssocID="{F61012F6-86FC-42C7-9B4A-442C05A699AE}" presName="BottomArrow" presStyleLbl="node1" presStyleIdx="1" presStyleCnt="2" custLinFactNeighborX="-15869" custLinFactNeighborY="-41538"/>
      <dgm:spPr>
        <a:solidFill>
          <a:schemeClr val="bg1"/>
        </a:solidFill>
        <a:ln>
          <a:solidFill>
            <a:schemeClr val="tx1"/>
          </a:solidFill>
        </a:ln>
      </dgm:spPr>
    </dgm:pt>
  </dgm:ptLst>
  <dgm:cxnLst>
    <dgm:cxn modelId="{DE9EB404-34ED-4FA7-8F83-B009A8E5AB02}" type="presOf" srcId="{F61012F6-86FC-42C7-9B4A-442C05A699AE}" destId="{367FEAF6-191B-455B-9936-4339FBD994B5}" srcOrd="0" destOrd="0" presId="urn:microsoft.com/office/officeart/2009/layout/ReverseList"/>
    <dgm:cxn modelId="{B56AD60E-54CD-45CC-ADF0-D62E82F26958}" type="presOf" srcId="{BFD85A29-2F40-40B5-8BA9-05411D9913A2}" destId="{F2AF217B-BFC7-46D9-A4D5-3EBB6AF29FD0}" srcOrd="0" destOrd="0" presId="urn:microsoft.com/office/officeart/2009/layout/ReverseList"/>
    <dgm:cxn modelId="{85D89A33-C129-472E-8C1F-5E9287F2DF01}" type="presOf" srcId="{DD182764-355B-4BF7-A000-69DC5EF3C16D}" destId="{74302E50-E071-4942-A273-236432ABE0E8}" srcOrd="1" destOrd="0" presId="urn:microsoft.com/office/officeart/2009/layout/ReverseList"/>
    <dgm:cxn modelId="{34FAC73F-2795-419C-A3E3-A9DAB1E0E76E}" type="presOf" srcId="{BFD85A29-2F40-40B5-8BA9-05411D9913A2}" destId="{878B8447-5C3F-4747-98BA-EDACD7287A0C}" srcOrd="1" destOrd="0" presId="urn:microsoft.com/office/officeart/2009/layout/ReverseList"/>
    <dgm:cxn modelId="{BA832E47-FE1E-4726-98BC-AEA1D524B556}" srcId="{F61012F6-86FC-42C7-9B4A-442C05A699AE}" destId="{BFD85A29-2F40-40B5-8BA9-05411D9913A2}" srcOrd="1" destOrd="0" parTransId="{9E9E9921-796C-471C-8E43-17FF72CE19CF}" sibTransId="{3D7DB94B-0D27-4E77-98A5-248E074EADC0}"/>
    <dgm:cxn modelId="{6B2B0954-7DBE-48C2-87F1-3ADAA3456FB9}" type="presOf" srcId="{DD182764-355B-4BF7-A000-69DC5EF3C16D}" destId="{6C80FFC2-A395-4C72-9751-9B9E512669C5}" srcOrd="0" destOrd="0" presId="urn:microsoft.com/office/officeart/2009/layout/ReverseList"/>
    <dgm:cxn modelId="{0F744BB0-4662-44E4-ACAA-6C65E7775E3B}" srcId="{F61012F6-86FC-42C7-9B4A-442C05A699AE}" destId="{DD182764-355B-4BF7-A000-69DC5EF3C16D}" srcOrd="0" destOrd="0" parTransId="{1A75CD1B-0D30-4DDC-BCCC-5033CECF7122}" sibTransId="{9B4289FE-F625-4525-BE91-17FA0CCCE7C2}"/>
    <dgm:cxn modelId="{368CB4A7-96B9-44B5-A366-B81E825EFB99}" type="presParOf" srcId="{367FEAF6-191B-455B-9936-4339FBD994B5}" destId="{6C80FFC2-A395-4C72-9751-9B9E512669C5}" srcOrd="0" destOrd="0" presId="urn:microsoft.com/office/officeart/2009/layout/ReverseList"/>
    <dgm:cxn modelId="{3A71A983-E46B-4CA4-95AC-0093B02ACF9D}" type="presParOf" srcId="{367FEAF6-191B-455B-9936-4339FBD994B5}" destId="{74302E50-E071-4942-A273-236432ABE0E8}" srcOrd="1" destOrd="0" presId="urn:microsoft.com/office/officeart/2009/layout/ReverseList"/>
    <dgm:cxn modelId="{ACDA8DC0-7914-494B-BC49-016A9A8C3257}" type="presParOf" srcId="{367FEAF6-191B-455B-9936-4339FBD994B5}" destId="{F2AF217B-BFC7-46D9-A4D5-3EBB6AF29FD0}" srcOrd="2" destOrd="0" presId="urn:microsoft.com/office/officeart/2009/layout/ReverseList"/>
    <dgm:cxn modelId="{7698FD01-E844-4FF1-A1AA-61A3A78FE1B7}" type="presParOf" srcId="{367FEAF6-191B-455B-9936-4339FBD994B5}" destId="{878B8447-5C3F-4747-98BA-EDACD7287A0C}" srcOrd="3" destOrd="0" presId="urn:microsoft.com/office/officeart/2009/layout/ReverseList"/>
    <dgm:cxn modelId="{7E54E719-D5DE-4E47-9667-7020D6A63E9B}" type="presParOf" srcId="{367FEAF6-191B-455B-9936-4339FBD994B5}" destId="{2C4D1AAB-56CB-4A65-9A06-7AA40371F671}" srcOrd="4" destOrd="0" presId="urn:microsoft.com/office/officeart/2009/layout/ReverseList"/>
    <dgm:cxn modelId="{38EC01AA-EE52-4B4F-9F6C-F0AAC01F1864}" type="presParOf" srcId="{367FEAF6-191B-455B-9936-4339FBD994B5}" destId="{CB362772-D763-49B3-B71E-CA0C2AEDB36B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61012F6-86FC-42C7-9B4A-442C05A699AE}" type="doc">
      <dgm:prSet loTypeId="urn:microsoft.com/office/officeart/2009/layout/ReverseList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DD182764-355B-4BF7-A000-69DC5EF3C16D}">
      <dgm:prSet phldrT="[Szöveg]" custT="1"/>
      <dgm:spPr>
        <a:solidFill>
          <a:schemeClr val="bg1"/>
        </a:solidFill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CRUD TESTS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1A75CD1B-0D30-4DDC-BCCC-5033CECF7122}" type="parTrans" cxnId="{0F744BB0-4662-44E4-ACAA-6C65E7775E3B}">
      <dgm:prSet/>
      <dgm:spPr/>
      <dgm:t>
        <a:bodyPr/>
        <a:lstStyle/>
        <a:p>
          <a:endParaRPr lang="hu-HU" sz="1500"/>
        </a:p>
      </dgm:t>
    </dgm:pt>
    <dgm:pt modelId="{9B4289FE-F625-4525-BE91-17FA0CCCE7C2}" type="sibTrans" cxnId="{0F744BB0-4662-44E4-ACAA-6C65E7775E3B}">
      <dgm:prSet/>
      <dgm:spPr/>
      <dgm:t>
        <a:bodyPr/>
        <a:lstStyle/>
        <a:p>
          <a:endParaRPr lang="hu-HU" sz="1500"/>
        </a:p>
      </dgm:t>
    </dgm:pt>
    <dgm:pt modelId="{BFD85A29-2F40-40B5-8BA9-05411D9913A2}">
      <dgm:prSet phldrT="[Szöveg]" custT="1"/>
      <dgm:spPr>
        <a:solidFill>
          <a:schemeClr val="bg1"/>
        </a:solidFill>
        <a:ln>
          <a:solidFill>
            <a:schemeClr val="tx1"/>
          </a:solidFill>
        </a:ln>
      </dgm:spPr>
      <dgm:t>
        <a:bodyPr anchor="ctr"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FIRESTORE OPERATIONS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9E9E9921-796C-471C-8E43-17FF72CE19CF}" type="parTrans" cxnId="{BA832E47-FE1E-4726-98BC-AEA1D524B556}">
      <dgm:prSet/>
      <dgm:spPr/>
      <dgm:t>
        <a:bodyPr/>
        <a:lstStyle/>
        <a:p>
          <a:endParaRPr lang="hu-HU" sz="1500"/>
        </a:p>
      </dgm:t>
    </dgm:pt>
    <dgm:pt modelId="{3D7DB94B-0D27-4E77-98A5-248E074EADC0}" type="sibTrans" cxnId="{BA832E47-FE1E-4726-98BC-AEA1D524B556}">
      <dgm:prSet/>
      <dgm:spPr/>
      <dgm:t>
        <a:bodyPr/>
        <a:lstStyle/>
        <a:p>
          <a:endParaRPr lang="hu-HU" sz="1500"/>
        </a:p>
      </dgm:t>
    </dgm:pt>
    <dgm:pt modelId="{367FEAF6-191B-455B-9936-4339FBD994B5}" type="pres">
      <dgm:prSet presAssocID="{F61012F6-86FC-42C7-9B4A-442C05A699AE}" presName="Name0" presStyleCnt="0">
        <dgm:presLayoutVars>
          <dgm:chMax val="2"/>
          <dgm:chPref val="2"/>
          <dgm:animLvl val="lvl"/>
        </dgm:presLayoutVars>
      </dgm:prSet>
      <dgm:spPr/>
    </dgm:pt>
    <dgm:pt modelId="{6C80FFC2-A395-4C72-9751-9B9E512669C5}" type="pres">
      <dgm:prSet presAssocID="{F61012F6-86FC-42C7-9B4A-442C05A699AE}" presName="LeftText" presStyleLbl="revTx" presStyleIdx="0" presStyleCnt="0">
        <dgm:presLayoutVars>
          <dgm:bulletEnabled val="1"/>
        </dgm:presLayoutVars>
      </dgm:prSet>
      <dgm:spPr/>
    </dgm:pt>
    <dgm:pt modelId="{74302E50-E071-4942-A273-236432ABE0E8}" type="pres">
      <dgm:prSet presAssocID="{F61012F6-86FC-42C7-9B4A-442C05A699AE}" presName="LeftNode" presStyleLbl="bgImgPlace1" presStyleIdx="0" presStyleCnt="2" custScaleX="133626" custScaleY="52230" custLinFactNeighborX="-37821" custLinFactNeighborY="-744">
        <dgm:presLayoutVars>
          <dgm:chMax val="2"/>
          <dgm:chPref val="2"/>
        </dgm:presLayoutVars>
      </dgm:prSet>
      <dgm:spPr/>
    </dgm:pt>
    <dgm:pt modelId="{F2AF217B-BFC7-46D9-A4D5-3EBB6AF29FD0}" type="pres">
      <dgm:prSet presAssocID="{F61012F6-86FC-42C7-9B4A-442C05A699AE}" presName="RightText" presStyleLbl="revTx" presStyleIdx="0" presStyleCnt="0">
        <dgm:presLayoutVars>
          <dgm:bulletEnabled val="1"/>
        </dgm:presLayoutVars>
      </dgm:prSet>
      <dgm:spPr/>
    </dgm:pt>
    <dgm:pt modelId="{878B8447-5C3F-4747-98BA-EDACD7287A0C}" type="pres">
      <dgm:prSet presAssocID="{F61012F6-86FC-42C7-9B4A-442C05A699AE}" presName="RightNode" presStyleLbl="bgImgPlace1" presStyleIdx="1" presStyleCnt="2" custScaleX="133506" custScaleY="52676">
        <dgm:presLayoutVars>
          <dgm:chMax val="0"/>
          <dgm:chPref val="0"/>
        </dgm:presLayoutVars>
      </dgm:prSet>
      <dgm:spPr/>
    </dgm:pt>
    <dgm:pt modelId="{2C4D1AAB-56CB-4A65-9A06-7AA40371F671}" type="pres">
      <dgm:prSet presAssocID="{F61012F6-86FC-42C7-9B4A-442C05A699AE}" presName="TopArrow" presStyleLbl="node1" presStyleIdx="0" presStyleCnt="2" custLinFactNeighborX="-15869" custLinFactNeighborY="36213"/>
      <dgm:spPr>
        <a:solidFill>
          <a:schemeClr val="bg1"/>
        </a:solidFill>
        <a:ln>
          <a:solidFill>
            <a:schemeClr val="tx1"/>
          </a:solidFill>
        </a:ln>
      </dgm:spPr>
    </dgm:pt>
    <dgm:pt modelId="{CB362772-D763-49B3-B71E-CA0C2AEDB36B}" type="pres">
      <dgm:prSet presAssocID="{F61012F6-86FC-42C7-9B4A-442C05A699AE}" presName="BottomArrow" presStyleLbl="node1" presStyleIdx="1" presStyleCnt="2" custLinFactNeighborX="-15869" custLinFactNeighborY="-41538"/>
      <dgm:spPr>
        <a:solidFill>
          <a:schemeClr val="bg1"/>
        </a:solidFill>
        <a:ln>
          <a:solidFill>
            <a:schemeClr val="tx1"/>
          </a:solidFill>
        </a:ln>
      </dgm:spPr>
    </dgm:pt>
  </dgm:ptLst>
  <dgm:cxnLst>
    <dgm:cxn modelId="{DE9EB404-34ED-4FA7-8F83-B009A8E5AB02}" type="presOf" srcId="{F61012F6-86FC-42C7-9B4A-442C05A699AE}" destId="{367FEAF6-191B-455B-9936-4339FBD994B5}" srcOrd="0" destOrd="0" presId="urn:microsoft.com/office/officeart/2009/layout/ReverseList"/>
    <dgm:cxn modelId="{B56AD60E-54CD-45CC-ADF0-D62E82F26958}" type="presOf" srcId="{BFD85A29-2F40-40B5-8BA9-05411D9913A2}" destId="{F2AF217B-BFC7-46D9-A4D5-3EBB6AF29FD0}" srcOrd="0" destOrd="0" presId="urn:microsoft.com/office/officeart/2009/layout/ReverseList"/>
    <dgm:cxn modelId="{85D89A33-C129-472E-8C1F-5E9287F2DF01}" type="presOf" srcId="{DD182764-355B-4BF7-A000-69DC5EF3C16D}" destId="{74302E50-E071-4942-A273-236432ABE0E8}" srcOrd="1" destOrd="0" presId="urn:microsoft.com/office/officeart/2009/layout/ReverseList"/>
    <dgm:cxn modelId="{34FAC73F-2795-419C-A3E3-A9DAB1E0E76E}" type="presOf" srcId="{BFD85A29-2F40-40B5-8BA9-05411D9913A2}" destId="{878B8447-5C3F-4747-98BA-EDACD7287A0C}" srcOrd="1" destOrd="0" presId="urn:microsoft.com/office/officeart/2009/layout/ReverseList"/>
    <dgm:cxn modelId="{BA832E47-FE1E-4726-98BC-AEA1D524B556}" srcId="{F61012F6-86FC-42C7-9B4A-442C05A699AE}" destId="{BFD85A29-2F40-40B5-8BA9-05411D9913A2}" srcOrd="1" destOrd="0" parTransId="{9E9E9921-796C-471C-8E43-17FF72CE19CF}" sibTransId="{3D7DB94B-0D27-4E77-98A5-248E074EADC0}"/>
    <dgm:cxn modelId="{6B2B0954-7DBE-48C2-87F1-3ADAA3456FB9}" type="presOf" srcId="{DD182764-355B-4BF7-A000-69DC5EF3C16D}" destId="{6C80FFC2-A395-4C72-9751-9B9E512669C5}" srcOrd="0" destOrd="0" presId="urn:microsoft.com/office/officeart/2009/layout/ReverseList"/>
    <dgm:cxn modelId="{0F744BB0-4662-44E4-ACAA-6C65E7775E3B}" srcId="{F61012F6-86FC-42C7-9B4A-442C05A699AE}" destId="{DD182764-355B-4BF7-A000-69DC5EF3C16D}" srcOrd="0" destOrd="0" parTransId="{1A75CD1B-0D30-4DDC-BCCC-5033CECF7122}" sibTransId="{9B4289FE-F625-4525-BE91-17FA0CCCE7C2}"/>
    <dgm:cxn modelId="{368CB4A7-96B9-44B5-A366-B81E825EFB99}" type="presParOf" srcId="{367FEAF6-191B-455B-9936-4339FBD994B5}" destId="{6C80FFC2-A395-4C72-9751-9B9E512669C5}" srcOrd="0" destOrd="0" presId="urn:microsoft.com/office/officeart/2009/layout/ReverseList"/>
    <dgm:cxn modelId="{3A71A983-E46B-4CA4-95AC-0093B02ACF9D}" type="presParOf" srcId="{367FEAF6-191B-455B-9936-4339FBD994B5}" destId="{74302E50-E071-4942-A273-236432ABE0E8}" srcOrd="1" destOrd="0" presId="urn:microsoft.com/office/officeart/2009/layout/ReverseList"/>
    <dgm:cxn modelId="{ACDA8DC0-7914-494B-BC49-016A9A8C3257}" type="presParOf" srcId="{367FEAF6-191B-455B-9936-4339FBD994B5}" destId="{F2AF217B-BFC7-46D9-A4D5-3EBB6AF29FD0}" srcOrd="2" destOrd="0" presId="urn:microsoft.com/office/officeart/2009/layout/ReverseList"/>
    <dgm:cxn modelId="{7698FD01-E844-4FF1-A1AA-61A3A78FE1B7}" type="presParOf" srcId="{367FEAF6-191B-455B-9936-4339FBD994B5}" destId="{878B8447-5C3F-4747-98BA-EDACD7287A0C}" srcOrd="3" destOrd="0" presId="urn:microsoft.com/office/officeart/2009/layout/ReverseList"/>
    <dgm:cxn modelId="{7E54E719-D5DE-4E47-9667-7020D6A63E9B}" type="presParOf" srcId="{367FEAF6-191B-455B-9936-4339FBD994B5}" destId="{2C4D1AAB-56CB-4A65-9A06-7AA40371F671}" srcOrd="4" destOrd="0" presId="urn:microsoft.com/office/officeart/2009/layout/ReverseList"/>
    <dgm:cxn modelId="{38EC01AA-EE52-4B4F-9F6C-F0AAC01F1864}" type="presParOf" srcId="{367FEAF6-191B-455B-9936-4339FBD994B5}" destId="{CB362772-D763-49B3-B71E-CA0C2AEDB36B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61012F6-86FC-42C7-9B4A-442C05A699AE}" type="doc">
      <dgm:prSet loTypeId="urn:microsoft.com/office/officeart/2009/layout/ReverseList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DD182764-355B-4BF7-A000-69DC5EF3C16D}">
      <dgm:prSet phldrT="[Szöveg]" custT="1"/>
      <dgm:spPr>
        <a:solidFill>
          <a:schemeClr val="bg1"/>
        </a:solidFill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VALIDATOR TESTS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1A75CD1B-0D30-4DDC-BCCC-5033CECF7122}" type="parTrans" cxnId="{0F744BB0-4662-44E4-ACAA-6C65E7775E3B}">
      <dgm:prSet/>
      <dgm:spPr/>
      <dgm:t>
        <a:bodyPr/>
        <a:lstStyle/>
        <a:p>
          <a:endParaRPr lang="hu-HU" sz="1500"/>
        </a:p>
      </dgm:t>
    </dgm:pt>
    <dgm:pt modelId="{9B4289FE-F625-4525-BE91-17FA0CCCE7C2}" type="sibTrans" cxnId="{0F744BB0-4662-44E4-ACAA-6C65E7775E3B}">
      <dgm:prSet/>
      <dgm:spPr/>
      <dgm:t>
        <a:bodyPr/>
        <a:lstStyle/>
        <a:p>
          <a:endParaRPr lang="hu-HU" sz="1500"/>
        </a:p>
      </dgm:t>
    </dgm:pt>
    <dgm:pt modelId="{BFD85A29-2F40-40B5-8BA9-05411D9913A2}">
      <dgm:prSet phldrT="[Szöveg]" custT="1"/>
      <dgm:spPr>
        <a:solidFill>
          <a:schemeClr val="bg1"/>
        </a:solidFill>
        <a:ln>
          <a:solidFill>
            <a:schemeClr val="tx1"/>
          </a:solidFill>
        </a:ln>
      </dgm:spPr>
      <dgm:t>
        <a:bodyPr anchor="ctr"/>
        <a:lstStyle/>
        <a:p>
          <a:pPr marL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AUTHENTICATION VALIDATION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gm:t>
    </dgm:pt>
    <dgm:pt modelId="{9E9E9921-796C-471C-8E43-17FF72CE19CF}" type="parTrans" cxnId="{BA832E47-FE1E-4726-98BC-AEA1D524B556}">
      <dgm:prSet/>
      <dgm:spPr/>
      <dgm:t>
        <a:bodyPr/>
        <a:lstStyle/>
        <a:p>
          <a:endParaRPr lang="hu-HU" sz="1500"/>
        </a:p>
      </dgm:t>
    </dgm:pt>
    <dgm:pt modelId="{3D7DB94B-0D27-4E77-98A5-248E074EADC0}" type="sibTrans" cxnId="{BA832E47-FE1E-4726-98BC-AEA1D524B556}">
      <dgm:prSet/>
      <dgm:spPr/>
      <dgm:t>
        <a:bodyPr/>
        <a:lstStyle/>
        <a:p>
          <a:endParaRPr lang="hu-HU" sz="1500"/>
        </a:p>
      </dgm:t>
    </dgm:pt>
    <dgm:pt modelId="{367FEAF6-191B-455B-9936-4339FBD994B5}" type="pres">
      <dgm:prSet presAssocID="{F61012F6-86FC-42C7-9B4A-442C05A699AE}" presName="Name0" presStyleCnt="0">
        <dgm:presLayoutVars>
          <dgm:chMax val="2"/>
          <dgm:chPref val="2"/>
          <dgm:animLvl val="lvl"/>
        </dgm:presLayoutVars>
      </dgm:prSet>
      <dgm:spPr/>
    </dgm:pt>
    <dgm:pt modelId="{6C80FFC2-A395-4C72-9751-9B9E512669C5}" type="pres">
      <dgm:prSet presAssocID="{F61012F6-86FC-42C7-9B4A-442C05A699AE}" presName="LeftText" presStyleLbl="revTx" presStyleIdx="0" presStyleCnt="0">
        <dgm:presLayoutVars>
          <dgm:bulletEnabled val="1"/>
        </dgm:presLayoutVars>
      </dgm:prSet>
      <dgm:spPr/>
    </dgm:pt>
    <dgm:pt modelId="{74302E50-E071-4942-A273-236432ABE0E8}" type="pres">
      <dgm:prSet presAssocID="{F61012F6-86FC-42C7-9B4A-442C05A699AE}" presName="LeftNode" presStyleLbl="bgImgPlace1" presStyleIdx="0" presStyleCnt="2" custScaleX="133626" custScaleY="52230" custLinFactNeighborX="-37821" custLinFactNeighborY="-744">
        <dgm:presLayoutVars>
          <dgm:chMax val="2"/>
          <dgm:chPref val="2"/>
        </dgm:presLayoutVars>
      </dgm:prSet>
      <dgm:spPr/>
    </dgm:pt>
    <dgm:pt modelId="{F2AF217B-BFC7-46D9-A4D5-3EBB6AF29FD0}" type="pres">
      <dgm:prSet presAssocID="{F61012F6-86FC-42C7-9B4A-442C05A699AE}" presName="RightText" presStyleLbl="revTx" presStyleIdx="0" presStyleCnt="0">
        <dgm:presLayoutVars>
          <dgm:bulletEnabled val="1"/>
        </dgm:presLayoutVars>
      </dgm:prSet>
      <dgm:spPr/>
    </dgm:pt>
    <dgm:pt modelId="{878B8447-5C3F-4747-98BA-EDACD7287A0C}" type="pres">
      <dgm:prSet presAssocID="{F61012F6-86FC-42C7-9B4A-442C05A699AE}" presName="RightNode" presStyleLbl="bgImgPlace1" presStyleIdx="1" presStyleCnt="2" custScaleX="133506" custScaleY="52676">
        <dgm:presLayoutVars>
          <dgm:chMax val="0"/>
          <dgm:chPref val="0"/>
        </dgm:presLayoutVars>
      </dgm:prSet>
      <dgm:spPr/>
    </dgm:pt>
    <dgm:pt modelId="{2C4D1AAB-56CB-4A65-9A06-7AA40371F671}" type="pres">
      <dgm:prSet presAssocID="{F61012F6-86FC-42C7-9B4A-442C05A699AE}" presName="TopArrow" presStyleLbl="node1" presStyleIdx="0" presStyleCnt="2" custLinFactNeighborX="-15869" custLinFactNeighborY="36213"/>
      <dgm:spPr>
        <a:solidFill>
          <a:schemeClr val="bg1"/>
        </a:solidFill>
        <a:ln>
          <a:solidFill>
            <a:schemeClr val="tx1"/>
          </a:solidFill>
        </a:ln>
      </dgm:spPr>
    </dgm:pt>
    <dgm:pt modelId="{CB362772-D763-49B3-B71E-CA0C2AEDB36B}" type="pres">
      <dgm:prSet presAssocID="{F61012F6-86FC-42C7-9B4A-442C05A699AE}" presName="BottomArrow" presStyleLbl="node1" presStyleIdx="1" presStyleCnt="2" custLinFactNeighborX="-15869" custLinFactNeighborY="-41538"/>
      <dgm:spPr>
        <a:solidFill>
          <a:schemeClr val="bg1"/>
        </a:solidFill>
        <a:ln>
          <a:solidFill>
            <a:schemeClr val="tx1"/>
          </a:solidFill>
        </a:ln>
      </dgm:spPr>
    </dgm:pt>
  </dgm:ptLst>
  <dgm:cxnLst>
    <dgm:cxn modelId="{DE9EB404-34ED-4FA7-8F83-B009A8E5AB02}" type="presOf" srcId="{F61012F6-86FC-42C7-9B4A-442C05A699AE}" destId="{367FEAF6-191B-455B-9936-4339FBD994B5}" srcOrd="0" destOrd="0" presId="urn:microsoft.com/office/officeart/2009/layout/ReverseList"/>
    <dgm:cxn modelId="{B56AD60E-54CD-45CC-ADF0-D62E82F26958}" type="presOf" srcId="{BFD85A29-2F40-40B5-8BA9-05411D9913A2}" destId="{F2AF217B-BFC7-46D9-A4D5-3EBB6AF29FD0}" srcOrd="0" destOrd="0" presId="urn:microsoft.com/office/officeart/2009/layout/ReverseList"/>
    <dgm:cxn modelId="{85D89A33-C129-472E-8C1F-5E9287F2DF01}" type="presOf" srcId="{DD182764-355B-4BF7-A000-69DC5EF3C16D}" destId="{74302E50-E071-4942-A273-236432ABE0E8}" srcOrd="1" destOrd="0" presId="urn:microsoft.com/office/officeart/2009/layout/ReverseList"/>
    <dgm:cxn modelId="{34FAC73F-2795-419C-A3E3-A9DAB1E0E76E}" type="presOf" srcId="{BFD85A29-2F40-40B5-8BA9-05411D9913A2}" destId="{878B8447-5C3F-4747-98BA-EDACD7287A0C}" srcOrd="1" destOrd="0" presId="urn:microsoft.com/office/officeart/2009/layout/ReverseList"/>
    <dgm:cxn modelId="{BA832E47-FE1E-4726-98BC-AEA1D524B556}" srcId="{F61012F6-86FC-42C7-9B4A-442C05A699AE}" destId="{BFD85A29-2F40-40B5-8BA9-05411D9913A2}" srcOrd="1" destOrd="0" parTransId="{9E9E9921-796C-471C-8E43-17FF72CE19CF}" sibTransId="{3D7DB94B-0D27-4E77-98A5-248E074EADC0}"/>
    <dgm:cxn modelId="{6B2B0954-7DBE-48C2-87F1-3ADAA3456FB9}" type="presOf" srcId="{DD182764-355B-4BF7-A000-69DC5EF3C16D}" destId="{6C80FFC2-A395-4C72-9751-9B9E512669C5}" srcOrd="0" destOrd="0" presId="urn:microsoft.com/office/officeart/2009/layout/ReverseList"/>
    <dgm:cxn modelId="{0F744BB0-4662-44E4-ACAA-6C65E7775E3B}" srcId="{F61012F6-86FC-42C7-9B4A-442C05A699AE}" destId="{DD182764-355B-4BF7-A000-69DC5EF3C16D}" srcOrd="0" destOrd="0" parTransId="{1A75CD1B-0D30-4DDC-BCCC-5033CECF7122}" sibTransId="{9B4289FE-F625-4525-BE91-17FA0CCCE7C2}"/>
    <dgm:cxn modelId="{368CB4A7-96B9-44B5-A366-B81E825EFB99}" type="presParOf" srcId="{367FEAF6-191B-455B-9936-4339FBD994B5}" destId="{6C80FFC2-A395-4C72-9751-9B9E512669C5}" srcOrd="0" destOrd="0" presId="urn:microsoft.com/office/officeart/2009/layout/ReverseList"/>
    <dgm:cxn modelId="{3A71A983-E46B-4CA4-95AC-0093B02ACF9D}" type="presParOf" srcId="{367FEAF6-191B-455B-9936-4339FBD994B5}" destId="{74302E50-E071-4942-A273-236432ABE0E8}" srcOrd="1" destOrd="0" presId="urn:microsoft.com/office/officeart/2009/layout/ReverseList"/>
    <dgm:cxn modelId="{ACDA8DC0-7914-494B-BC49-016A9A8C3257}" type="presParOf" srcId="{367FEAF6-191B-455B-9936-4339FBD994B5}" destId="{F2AF217B-BFC7-46D9-A4D5-3EBB6AF29FD0}" srcOrd="2" destOrd="0" presId="urn:microsoft.com/office/officeart/2009/layout/ReverseList"/>
    <dgm:cxn modelId="{7698FD01-E844-4FF1-A1AA-61A3A78FE1B7}" type="presParOf" srcId="{367FEAF6-191B-455B-9936-4339FBD994B5}" destId="{878B8447-5C3F-4747-98BA-EDACD7287A0C}" srcOrd="3" destOrd="0" presId="urn:microsoft.com/office/officeart/2009/layout/ReverseList"/>
    <dgm:cxn modelId="{7E54E719-D5DE-4E47-9667-7020D6A63E9B}" type="presParOf" srcId="{367FEAF6-191B-455B-9936-4339FBD994B5}" destId="{2C4D1AAB-56CB-4A65-9A06-7AA40371F671}" srcOrd="4" destOrd="0" presId="urn:microsoft.com/office/officeart/2009/layout/ReverseList"/>
    <dgm:cxn modelId="{38EC01AA-EE52-4B4F-9F6C-F0AAC01F1864}" type="presParOf" srcId="{367FEAF6-191B-455B-9936-4339FBD994B5}" destId="{CB362772-D763-49B3-B71E-CA0C2AEDB36B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40A63BC-7ADB-47F2-9B8B-BF0C2F5D5B83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03D77317-B095-4F77-B3C5-233061EAAF68}">
      <dgm:prSet phldrT="[Szöveg]"/>
      <dgm:spPr>
        <a:solidFill>
          <a:schemeClr val="tx1"/>
        </a:solidFill>
      </dgm:spPr>
      <dgm:t>
        <a:bodyPr/>
        <a:lstStyle/>
        <a:p>
          <a:r>
            <a:rPr lang="en-US" b="1" spc="-150" dirty="0"/>
            <a:t>INVALID AUTHENTICATION</a:t>
          </a:r>
          <a:endParaRPr lang="hu-HU" b="1" spc="-150" dirty="0"/>
        </a:p>
      </dgm:t>
    </dgm:pt>
    <dgm:pt modelId="{8FE93175-6200-400C-B521-9112F616368D}" type="parTrans" cxnId="{0CB6FA2A-85EB-44F4-BB74-DBE694EBFB64}">
      <dgm:prSet/>
      <dgm:spPr/>
      <dgm:t>
        <a:bodyPr/>
        <a:lstStyle/>
        <a:p>
          <a:endParaRPr lang="hu-HU"/>
        </a:p>
      </dgm:t>
    </dgm:pt>
    <dgm:pt modelId="{825BC86C-30AF-4E6B-B8A9-D14A028D9D09}" type="sibTrans" cxnId="{0CB6FA2A-85EB-44F4-BB74-DBE694EBFB64}">
      <dgm:prSet/>
      <dgm:spPr>
        <a:solidFill>
          <a:schemeClr val="tx1"/>
        </a:solidFill>
      </dgm:spPr>
      <dgm:t>
        <a:bodyPr/>
        <a:lstStyle/>
        <a:p>
          <a:endParaRPr lang="hu-HU"/>
        </a:p>
      </dgm:t>
    </dgm:pt>
    <dgm:pt modelId="{154598A8-EB60-492B-B67D-E46F48C5A364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400" b="1" kern="1200" spc="-15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INVALID TASK DATA</a:t>
          </a:r>
          <a:endParaRPr lang="hu-HU" sz="1400" b="1" kern="1200" spc="-15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02999997-DCBF-42BF-A348-6B539C1ACE30}" type="parTrans" cxnId="{7E2630F1-30EE-4ECF-B26D-F5EDFB6D5B96}">
      <dgm:prSet/>
      <dgm:spPr/>
      <dgm:t>
        <a:bodyPr/>
        <a:lstStyle/>
        <a:p>
          <a:endParaRPr lang="hu-HU"/>
        </a:p>
      </dgm:t>
    </dgm:pt>
    <dgm:pt modelId="{658F4BB0-8948-4458-8F3F-FA3E26F12BA6}" type="sibTrans" cxnId="{7E2630F1-30EE-4ECF-B26D-F5EDFB6D5B96}">
      <dgm:prSet/>
      <dgm:spPr>
        <a:solidFill>
          <a:schemeClr val="tx1"/>
        </a:solidFill>
      </dgm:spPr>
      <dgm:t>
        <a:bodyPr/>
        <a:lstStyle/>
        <a:p>
          <a:endParaRPr lang="hu-HU"/>
        </a:p>
      </dgm:t>
    </dgm:pt>
    <dgm:pt modelId="{CF1F94E6-090B-4380-9CFB-238EFE3F66E5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400" b="1" kern="1200" spc="-15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FIRESTORE ERRORS</a:t>
          </a:r>
          <a:endParaRPr lang="hu-HU" sz="1400" b="1" kern="1200" spc="-15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A4F91C2A-CEC1-48DD-A73D-CC23101FE47B}" type="parTrans" cxnId="{37BDAF30-70AE-4E2C-92AA-027BCA59F492}">
      <dgm:prSet/>
      <dgm:spPr/>
      <dgm:t>
        <a:bodyPr/>
        <a:lstStyle/>
        <a:p>
          <a:endParaRPr lang="hu-HU"/>
        </a:p>
      </dgm:t>
    </dgm:pt>
    <dgm:pt modelId="{5E3B4696-DD62-4D8D-ADA5-038870AF64E6}" type="sibTrans" cxnId="{37BDAF30-70AE-4E2C-92AA-027BCA59F492}">
      <dgm:prSet/>
      <dgm:spPr>
        <a:solidFill>
          <a:schemeClr val="tx1"/>
        </a:solidFill>
      </dgm:spPr>
      <dgm:t>
        <a:bodyPr/>
        <a:lstStyle/>
        <a:p>
          <a:endParaRPr lang="hu-HU"/>
        </a:p>
      </dgm:t>
    </dgm:pt>
    <dgm:pt modelId="{F8E1D93C-9820-426D-9EFE-BF3C2F0B6FB7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400" b="1" kern="1200" spc="-15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ASYNC OPERATION HANDLING</a:t>
          </a:r>
          <a:endParaRPr lang="hu-HU" sz="1400" b="1" kern="1200" spc="-15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gm:t>
    </dgm:pt>
    <dgm:pt modelId="{5F0261B6-C2FD-4226-9E1E-43AB52083736}" type="parTrans" cxnId="{4763E5E9-7973-471A-84D7-D407E85141EA}">
      <dgm:prSet/>
      <dgm:spPr/>
      <dgm:t>
        <a:bodyPr/>
        <a:lstStyle/>
        <a:p>
          <a:endParaRPr lang="hu-HU"/>
        </a:p>
      </dgm:t>
    </dgm:pt>
    <dgm:pt modelId="{C3D81E13-E3BD-41D4-8FE6-B75E8DAF69DC}" type="sibTrans" cxnId="{4763E5E9-7973-471A-84D7-D407E85141EA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hu-HU"/>
        </a:p>
      </dgm:t>
    </dgm:pt>
    <dgm:pt modelId="{EC7D5903-B557-4F62-9CF6-DD0A7129378A}" type="pres">
      <dgm:prSet presAssocID="{D40A63BC-7ADB-47F2-9B8B-BF0C2F5D5B83}" presName="Name0" presStyleCnt="0">
        <dgm:presLayoutVars>
          <dgm:chMax/>
          <dgm:chPref/>
          <dgm:dir/>
          <dgm:animLvl val="lvl"/>
        </dgm:presLayoutVars>
      </dgm:prSet>
      <dgm:spPr/>
    </dgm:pt>
    <dgm:pt modelId="{274315D4-1521-40D8-88D4-744E9CF37FB3}" type="pres">
      <dgm:prSet presAssocID="{03D77317-B095-4F77-B3C5-233061EAAF68}" presName="composite" presStyleCnt="0"/>
      <dgm:spPr/>
    </dgm:pt>
    <dgm:pt modelId="{F9CDDBEA-11DE-459F-B4DA-2FD1BC1F492B}" type="pres">
      <dgm:prSet presAssocID="{03D77317-B095-4F77-B3C5-233061EAAF68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B5D2B4B3-4C72-4759-90A4-0FBFD6D7CAB8}" type="pres">
      <dgm:prSet presAssocID="{03D77317-B095-4F77-B3C5-233061EAAF68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94124415-AA1E-4629-BBB8-D129CCB4669B}" type="pres">
      <dgm:prSet presAssocID="{03D77317-B095-4F77-B3C5-233061EAAF68}" presName="BalanceSpacing" presStyleCnt="0"/>
      <dgm:spPr/>
    </dgm:pt>
    <dgm:pt modelId="{E60E2DA3-5C23-4D64-ADA5-4BED9B22CB9B}" type="pres">
      <dgm:prSet presAssocID="{03D77317-B095-4F77-B3C5-233061EAAF68}" presName="BalanceSpacing1" presStyleCnt="0"/>
      <dgm:spPr/>
    </dgm:pt>
    <dgm:pt modelId="{D03EF514-329B-4F15-BFE3-6BA0EDE19120}" type="pres">
      <dgm:prSet presAssocID="{825BC86C-30AF-4E6B-B8A9-D14A028D9D09}" presName="Accent1Text" presStyleLbl="node1" presStyleIdx="1" presStyleCnt="8"/>
      <dgm:spPr/>
    </dgm:pt>
    <dgm:pt modelId="{9F9EDD61-76D2-4E39-9CC6-964351570FA6}" type="pres">
      <dgm:prSet presAssocID="{825BC86C-30AF-4E6B-B8A9-D14A028D9D09}" presName="spaceBetweenRectangles" presStyleCnt="0"/>
      <dgm:spPr/>
    </dgm:pt>
    <dgm:pt modelId="{DC4ED757-57AA-4842-B049-C58D56772F4A}" type="pres">
      <dgm:prSet presAssocID="{154598A8-EB60-492B-B67D-E46F48C5A364}" presName="composite" presStyleCnt="0"/>
      <dgm:spPr/>
    </dgm:pt>
    <dgm:pt modelId="{DC37433F-96FF-464B-A212-FC81F0D049AB}" type="pres">
      <dgm:prSet presAssocID="{154598A8-EB60-492B-B67D-E46F48C5A364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709ADE3C-9426-446C-93B4-1BCD91260352}" type="pres">
      <dgm:prSet presAssocID="{154598A8-EB60-492B-B67D-E46F48C5A364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0E0685CF-7A71-45F9-B946-36FC91980F63}" type="pres">
      <dgm:prSet presAssocID="{154598A8-EB60-492B-B67D-E46F48C5A364}" presName="BalanceSpacing" presStyleCnt="0"/>
      <dgm:spPr/>
    </dgm:pt>
    <dgm:pt modelId="{B9CC5DB8-25B7-40A4-A226-902B0E9F482E}" type="pres">
      <dgm:prSet presAssocID="{154598A8-EB60-492B-B67D-E46F48C5A364}" presName="BalanceSpacing1" presStyleCnt="0"/>
      <dgm:spPr/>
    </dgm:pt>
    <dgm:pt modelId="{331C050A-240B-4D69-952D-B71A21A11643}" type="pres">
      <dgm:prSet presAssocID="{658F4BB0-8948-4458-8F3F-FA3E26F12BA6}" presName="Accent1Text" presStyleLbl="node1" presStyleIdx="3" presStyleCnt="8"/>
      <dgm:spPr/>
    </dgm:pt>
    <dgm:pt modelId="{00779CC0-8C42-45AA-AA6E-256C31F10D8A}" type="pres">
      <dgm:prSet presAssocID="{658F4BB0-8948-4458-8F3F-FA3E26F12BA6}" presName="spaceBetweenRectangles" presStyleCnt="0"/>
      <dgm:spPr/>
    </dgm:pt>
    <dgm:pt modelId="{401C5240-5C53-488F-9FB9-CCA27BF3711E}" type="pres">
      <dgm:prSet presAssocID="{CF1F94E6-090B-4380-9CFB-238EFE3F66E5}" presName="composite" presStyleCnt="0"/>
      <dgm:spPr/>
    </dgm:pt>
    <dgm:pt modelId="{1D799BA5-D987-424F-BB24-26B5DC216FFA}" type="pres">
      <dgm:prSet presAssocID="{CF1F94E6-090B-4380-9CFB-238EFE3F66E5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D7448D0D-9FFB-4905-8B13-D6DF82765E32}" type="pres">
      <dgm:prSet presAssocID="{CF1F94E6-090B-4380-9CFB-238EFE3F66E5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EC2E10FF-0752-4AE3-B9BF-487E67924064}" type="pres">
      <dgm:prSet presAssocID="{CF1F94E6-090B-4380-9CFB-238EFE3F66E5}" presName="BalanceSpacing" presStyleCnt="0"/>
      <dgm:spPr/>
    </dgm:pt>
    <dgm:pt modelId="{3E3813DE-0F68-4D9D-AE2C-CF9EB8590165}" type="pres">
      <dgm:prSet presAssocID="{CF1F94E6-090B-4380-9CFB-238EFE3F66E5}" presName="BalanceSpacing1" presStyleCnt="0"/>
      <dgm:spPr/>
    </dgm:pt>
    <dgm:pt modelId="{262CFD2E-FCE5-42F5-8D7D-2A3A3BE593F6}" type="pres">
      <dgm:prSet presAssocID="{5E3B4696-DD62-4D8D-ADA5-038870AF64E6}" presName="Accent1Text" presStyleLbl="node1" presStyleIdx="5" presStyleCnt="8"/>
      <dgm:spPr/>
    </dgm:pt>
    <dgm:pt modelId="{F051F3D1-74CB-43DC-B883-70E038A92F5E}" type="pres">
      <dgm:prSet presAssocID="{5E3B4696-DD62-4D8D-ADA5-038870AF64E6}" presName="spaceBetweenRectangles" presStyleCnt="0"/>
      <dgm:spPr/>
    </dgm:pt>
    <dgm:pt modelId="{B274F708-A4F6-4C1F-A5D1-48397ABAB5B9}" type="pres">
      <dgm:prSet presAssocID="{F8E1D93C-9820-426D-9EFE-BF3C2F0B6FB7}" presName="composite" presStyleCnt="0"/>
      <dgm:spPr/>
    </dgm:pt>
    <dgm:pt modelId="{6A57D0B8-7BC4-4318-B2C2-D3427CC6247E}" type="pres">
      <dgm:prSet presAssocID="{F8E1D93C-9820-426D-9EFE-BF3C2F0B6FB7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251360B6-77FA-4201-9948-6E205B239AF5}" type="pres">
      <dgm:prSet presAssocID="{F8E1D93C-9820-426D-9EFE-BF3C2F0B6FB7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40D7A02E-D0C2-4C9E-B79B-E4B041A26751}" type="pres">
      <dgm:prSet presAssocID="{F8E1D93C-9820-426D-9EFE-BF3C2F0B6FB7}" presName="BalanceSpacing" presStyleCnt="0"/>
      <dgm:spPr/>
    </dgm:pt>
    <dgm:pt modelId="{DE7F7919-4676-44A7-AAAB-0DABE46A247D}" type="pres">
      <dgm:prSet presAssocID="{F8E1D93C-9820-426D-9EFE-BF3C2F0B6FB7}" presName="BalanceSpacing1" presStyleCnt="0"/>
      <dgm:spPr/>
    </dgm:pt>
    <dgm:pt modelId="{8CE1095D-107F-44C8-B4C7-FA141519D36E}" type="pres">
      <dgm:prSet presAssocID="{C3D81E13-E3BD-41D4-8FE6-B75E8DAF69DC}" presName="Accent1Text" presStyleLbl="node1" presStyleIdx="7" presStyleCnt="8"/>
      <dgm:spPr/>
    </dgm:pt>
  </dgm:ptLst>
  <dgm:cxnLst>
    <dgm:cxn modelId="{9CD7E703-2C8E-47E6-9640-0EE1B4FA5FC2}" type="presOf" srcId="{154598A8-EB60-492B-B67D-E46F48C5A364}" destId="{DC37433F-96FF-464B-A212-FC81F0D049AB}" srcOrd="0" destOrd="0" presId="urn:microsoft.com/office/officeart/2008/layout/AlternatingHexagons"/>
    <dgm:cxn modelId="{F418B00D-1746-47D6-938A-DFE5D2792AE6}" type="presOf" srcId="{F8E1D93C-9820-426D-9EFE-BF3C2F0B6FB7}" destId="{6A57D0B8-7BC4-4318-B2C2-D3427CC6247E}" srcOrd="0" destOrd="0" presId="urn:microsoft.com/office/officeart/2008/layout/AlternatingHexagons"/>
    <dgm:cxn modelId="{0CB6FA2A-85EB-44F4-BB74-DBE694EBFB64}" srcId="{D40A63BC-7ADB-47F2-9B8B-BF0C2F5D5B83}" destId="{03D77317-B095-4F77-B3C5-233061EAAF68}" srcOrd="0" destOrd="0" parTransId="{8FE93175-6200-400C-B521-9112F616368D}" sibTransId="{825BC86C-30AF-4E6B-B8A9-D14A028D9D09}"/>
    <dgm:cxn modelId="{37BDAF30-70AE-4E2C-92AA-027BCA59F492}" srcId="{D40A63BC-7ADB-47F2-9B8B-BF0C2F5D5B83}" destId="{CF1F94E6-090B-4380-9CFB-238EFE3F66E5}" srcOrd="2" destOrd="0" parTransId="{A4F91C2A-CEC1-48DD-A73D-CC23101FE47B}" sibTransId="{5E3B4696-DD62-4D8D-ADA5-038870AF64E6}"/>
    <dgm:cxn modelId="{C9768665-8E7C-45EF-926A-EB54A2690001}" type="presOf" srcId="{03D77317-B095-4F77-B3C5-233061EAAF68}" destId="{F9CDDBEA-11DE-459F-B4DA-2FD1BC1F492B}" srcOrd="0" destOrd="0" presId="urn:microsoft.com/office/officeart/2008/layout/AlternatingHexagons"/>
    <dgm:cxn modelId="{7B79EE70-2539-48D1-BEBD-AD0991209247}" type="presOf" srcId="{825BC86C-30AF-4E6B-B8A9-D14A028D9D09}" destId="{D03EF514-329B-4F15-BFE3-6BA0EDE19120}" srcOrd="0" destOrd="0" presId="urn:microsoft.com/office/officeart/2008/layout/AlternatingHexagons"/>
    <dgm:cxn modelId="{775DB456-BD27-45DB-99D1-C74642E4C8D0}" type="presOf" srcId="{C3D81E13-E3BD-41D4-8FE6-B75E8DAF69DC}" destId="{8CE1095D-107F-44C8-B4C7-FA141519D36E}" srcOrd="0" destOrd="0" presId="urn:microsoft.com/office/officeart/2008/layout/AlternatingHexagons"/>
    <dgm:cxn modelId="{D94571A6-F4AF-46D1-9C50-F1A31236B975}" type="presOf" srcId="{658F4BB0-8948-4458-8F3F-FA3E26F12BA6}" destId="{331C050A-240B-4D69-952D-B71A21A11643}" srcOrd="0" destOrd="0" presId="urn:microsoft.com/office/officeart/2008/layout/AlternatingHexagons"/>
    <dgm:cxn modelId="{6793BFA9-6C34-49C0-BE30-CC6B0C40ABF0}" type="presOf" srcId="{D40A63BC-7ADB-47F2-9B8B-BF0C2F5D5B83}" destId="{EC7D5903-B557-4F62-9CF6-DD0A7129378A}" srcOrd="0" destOrd="0" presId="urn:microsoft.com/office/officeart/2008/layout/AlternatingHexagons"/>
    <dgm:cxn modelId="{D7CE75BB-0343-4352-80EB-49EACB77A122}" type="presOf" srcId="{5E3B4696-DD62-4D8D-ADA5-038870AF64E6}" destId="{262CFD2E-FCE5-42F5-8D7D-2A3A3BE593F6}" srcOrd="0" destOrd="0" presId="urn:microsoft.com/office/officeart/2008/layout/AlternatingHexagons"/>
    <dgm:cxn modelId="{4763E5E9-7973-471A-84D7-D407E85141EA}" srcId="{D40A63BC-7ADB-47F2-9B8B-BF0C2F5D5B83}" destId="{F8E1D93C-9820-426D-9EFE-BF3C2F0B6FB7}" srcOrd="3" destOrd="0" parTransId="{5F0261B6-C2FD-4226-9E1E-43AB52083736}" sibTransId="{C3D81E13-E3BD-41D4-8FE6-B75E8DAF69DC}"/>
    <dgm:cxn modelId="{7E2630F1-30EE-4ECF-B26D-F5EDFB6D5B96}" srcId="{D40A63BC-7ADB-47F2-9B8B-BF0C2F5D5B83}" destId="{154598A8-EB60-492B-B67D-E46F48C5A364}" srcOrd="1" destOrd="0" parTransId="{02999997-DCBF-42BF-A348-6B539C1ACE30}" sibTransId="{658F4BB0-8948-4458-8F3F-FA3E26F12BA6}"/>
    <dgm:cxn modelId="{25764DFA-4736-4708-9F4E-3F3DCEB203BF}" type="presOf" srcId="{CF1F94E6-090B-4380-9CFB-238EFE3F66E5}" destId="{1D799BA5-D987-424F-BB24-26B5DC216FFA}" srcOrd="0" destOrd="0" presId="urn:microsoft.com/office/officeart/2008/layout/AlternatingHexagons"/>
    <dgm:cxn modelId="{0CE907D0-433B-4781-8105-C943296B5F8E}" type="presParOf" srcId="{EC7D5903-B557-4F62-9CF6-DD0A7129378A}" destId="{274315D4-1521-40D8-88D4-744E9CF37FB3}" srcOrd="0" destOrd="0" presId="urn:microsoft.com/office/officeart/2008/layout/AlternatingHexagons"/>
    <dgm:cxn modelId="{48078FC0-E905-4618-8206-BC0C8CB491D4}" type="presParOf" srcId="{274315D4-1521-40D8-88D4-744E9CF37FB3}" destId="{F9CDDBEA-11DE-459F-B4DA-2FD1BC1F492B}" srcOrd="0" destOrd="0" presId="urn:microsoft.com/office/officeart/2008/layout/AlternatingHexagons"/>
    <dgm:cxn modelId="{8F02CC57-1DFD-42FF-8C46-312C3D679AEC}" type="presParOf" srcId="{274315D4-1521-40D8-88D4-744E9CF37FB3}" destId="{B5D2B4B3-4C72-4759-90A4-0FBFD6D7CAB8}" srcOrd="1" destOrd="0" presId="urn:microsoft.com/office/officeart/2008/layout/AlternatingHexagons"/>
    <dgm:cxn modelId="{D95CB77B-13E1-4B0D-97E0-BDACE2B34E6E}" type="presParOf" srcId="{274315D4-1521-40D8-88D4-744E9CF37FB3}" destId="{94124415-AA1E-4629-BBB8-D129CCB4669B}" srcOrd="2" destOrd="0" presId="urn:microsoft.com/office/officeart/2008/layout/AlternatingHexagons"/>
    <dgm:cxn modelId="{953B710A-2F45-4ED1-B0CF-9A271D200C66}" type="presParOf" srcId="{274315D4-1521-40D8-88D4-744E9CF37FB3}" destId="{E60E2DA3-5C23-4D64-ADA5-4BED9B22CB9B}" srcOrd="3" destOrd="0" presId="urn:microsoft.com/office/officeart/2008/layout/AlternatingHexagons"/>
    <dgm:cxn modelId="{A3F27A2D-971A-4B3B-90D4-2A52EAE7E7DB}" type="presParOf" srcId="{274315D4-1521-40D8-88D4-744E9CF37FB3}" destId="{D03EF514-329B-4F15-BFE3-6BA0EDE19120}" srcOrd="4" destOrd="0" presId="urn:microsoft.com/office/officeart/2008/layout/AlternatingHexagons"/>
    <dgm:cxn modelId="{D316C19D-86E1-4C30-BA62-E4C117743707}" type="presParOf" srcId="{EC7D5903-B557-4F62-9CF6-DD0A7129378A}" destId="{9F9EDD61-76D2-4E39-9CC6-964351570FA6}" srcOrd="1" destOrd="0" presId="urn:microsoft.com/office/officeart/2008/layout/AlternatingHexagons"/>
    <dgm:cxn modelId="{4DEB3BCE-D090-4F57-80C2-C2BD8B4FFAA9}" type="presParOf" srcId="{EC7D5903-B557-4F62-9CF6-DD0A7129378A}" destId="{DC4ED757-57AA-4842-B049-C58D56772F4A}" srcOrd="2" destOrd="0" presId="urn:microsoft.com/office/officeart/2008/layout/AlternatingHexagons"/>
    <dgm:cxn modelId="{F63D303E-703A-4A0D-8A9A-EE37C350FF1D}" type="presParOf" srcId="{DC4ED757-57AA-4842-B049-C58D56772F4A}" destId="{DC37433F-96FF-464B-A212-FC81F0D049AB}" srcOrd="0" destOrd="0" presId="urn:microsoft.com/office/officeart/2008/layout/AlternatingHexagons"/>
    <dgm:cxn modelId="{F84B9549-6EB0-4087-B861-582D96F9650A}" type="presParOf" srcId="{DC4ED757-57AA-4842-B049-C58D56772F4A}" destId="{709ADE3C-9426-446C-93B4-1BCD91260352}" srcOrd="1" destOrd="0" presId="urn:microsoft.com/office/officeart/2008/layout/AlternatingHexagons"/>
    <dgm:cxn modelId="{02997CF0-AC06-4115-B5D3-049CC6338004}" type="presParOf" srcId="{DC4ED757-57AA-4842-B049-C58D56772F4A}" destId="{0E0685CF-7A71-45F9-B946-36FC91980F63}" srcOrd="2" destOrd="0" presId="urn:microsoft.com/office/officeart/2008/layout/AlternatingHexagons"/>
    <dgm:cxn modelId="{CC585707-3AEE-4056-A19A-43191DA354B3}" type="presParOf" srcId="{DC4ED757-57AA-4842-B049-C58D56772F4A}" destId="{B9CC5DB8-25B7-40A4-A226-902B0E9F482E}" srcOrd="3" destOrd="0" presId="urn:microsoft.com/office/officeart/2008/layout/AlternatingHexagons"/>
    <dgm:cxn modelId="{98C39CC2-70DA-43DB-81BD-7B12988ACBF3}" type="presParOf" srcId="{DC4ED757-57AA-4842-B049-C58D56772F4A}" destId="{331C050A-240B-4D69-952D-B71A21A11643}" srcOrd="4" destOrd="0" presId="urn:microsoft.com/office/officeart/2008/layout/AlternatingHexagons"/>
    <dgm:cxn modelId="{30EBB9B3-09FE-4506-A59D-A56B4FD4C56C}" type="presParOf" srcId="{EC7D5903-B557-4F62-9CF6-DD0A7129378A}" destId="{00779CC0-8C42-45AA-AA6E-256C31F10D8A}" srcOrd="3" destOrd="0" presId="urn:microsoft.com/office/officeart/2008/layout/AlternatingHexagons"/>
    <dgm:cxn modelId="{D0FAC777-2B60-47B2-A4C9-00C25586C809}" type="presParOf" srcId="{EC7D5903-B557-4F62-9CF6-DD0A7129378A}" destId="{401C5240-5C53-488F-9FB9-CCA27BF3711E}" srcOrd="4" destOrd="0" presId="urn:microsoft.com/office/officeart/2008/layout/AlternatingHexagons"/>
    <dgm:cxn modelId="{576A7184-6CAB-4C8E-8789-67002045A09C}" type="presParOf" srcId="{401C5240-5C53-488F-9FB9-CCA27BF3711E}" destId="{1D799BA5-D987-424F-BB24-26B5DC216FFA}" srcOrd="0" destOrd="0" presId="urn:microsoft.com/office/officeart/2008/layout/AlternatingHexagons"/>
    <dgm:cxn modelId="{5FBA90C3-DBD2-4701-B152-80DF69F3EE10}" type="presParOf" srcId="{401C5240-5C53-488F-9FB9-CCA27BF3711E}" destId="{D7448D0D-9FFB-4905-8B13-D6DF82765E32}" srcOrd="1" destOrd="0" presId="urn:microsoft.com/office/officeart/2008/layout/AlternatingHexagons"/>
    <dgm:cxn modelId="{14B62AE8-F81F-49E5-8AD3-21974ADF6B63}" type="presParOf" srcId="{401C5240-5C53-488F-9FB9-CCA27BF3711E}" destId="{EC2E10FF-0752-4AE3-B9BF-487E67924064}" srcOrd="2" destOrd="0" presId="urn:microsoft.com/office/officeart/2008/layout/AlternatingHexagons"/>
    <dgm:cxn modelId="{3B4D21A8-43ED-4AE2-B3C7-99800457A6A4}" type="presParOf" srcId="{401C5240-5C53-488F-9FB9-CCA27BF3711E}" destId="{3E3813DE-0F68-4D9D-AE2C-CF9EB8590165}" srcOrd="3" destOrd="0" presId="urn:microsoft.com/office/officeart/2008/layout/AlternatingHexagons"/>
    <dgm:cxn modelId="{BA852BC8-AC5C-4348-A257-B81621FBA541}" type="presParOf" srcId="{401C5240-5C53-488F-9FB9-CCA27BF3711E}" destId="{262CFD2E-FCE5-42F5-8D7D-2A3A3BE593F6}" srcOrd="4" destOrd="0" presId="urn:microsoft.com/office/officeart/2008/layout/AlternatingHexagons"/>
    <dgm:cxn modelId="{3B5EE11F-5A4A-4FD1-A5D7-7E55B555BD56}" type="presParOf" srcId="{EC7D5903-B557-4F62-9CF6-DD0A7129378A}" destId="{F051F3D1-74CB-43DC-B883-70E038A92F5E}" srcOrd="5" destOrd="0" presId="urn:microsoft.com/office/officeart/2008/layout/AlternatingHexagons"/>
    <dgm:cxn modelId="{007EA238-1091-4E6C-BD86-83205AA3520F}" type="presParOf" srcId="{EC7D5903-B557-4F62-9CF6-DD0A7129378A}" destId="{B274F708-A4F6-4C1F-A5D1-48397ABAB5B9}" srcOrd="6" destOrd="0" presId="urn:microsoft.com/office/officeart/2008/layout/AlternatingHexagons"/>
    <dgm:cxn modelId="{F7ACC0E6-78A1-42B1-A94F-DC0E80CDFE66}" type="presParOf" srcId="{B274F708-A4F6-4C1F-A5D1-48397ABAB5B9}" destId="{6A57D0B8-7BC4-4318-B2C2-D3427CC6247E}" srcOrd="0" destOrd="0" presId="urn:microsoft.com/office/officeart/2008/layout/AlternatingHexagons"/>
    <dgm:cxn modelId="{49391707-73C8-43C3-A873-D24414085114}" type="presParOf" srcId="{B274F708-A4F6-4C1F-A5D1-48397ABAB5B9}" destId="{251360B6-77FA-4201-9948-6E205B239AF5}" srcOrd="1" destOrd="0" presId="urn:microsoft.com/office/officeart/2008/layout/AlternatingHexagons"/>
    <dgm:cxn modelId="{D4777C36-950F-4798-A39B-15F9E7EA1118}" type="presParOf" srcId="{B274F708-A4F6-4C1F-A5D1-48397ABAB5B9}" destId="{40D7A02E-D0C2-4C9E-B79B-E4B041A26751}" srcOrd="2" destOrd="0" presId="urn:microsoft.com/office/officeart/2008/layout/AlternatingHexagons"/>
    <dgm:cxn modelId="{B5979436-18A0-4A40-91C7-A124A9AFC4AC}" type="presParOf" srcId="{B274F708-A4F6-4C1F-A5D1-48397ABAB5B9}" destId="{DE7F7919-4676-44A7-AAAB-0DABE46A247D}" srcOrd="3" destOrd="0" presId="urn:microsoft.com/office/officeart/2008/layout/AlternatingHexagons"/>
    <dgm:cxn modelId="{8806387F-40FF-4348-9008-257BB2A8AE60}" type="presParOf" srcId="{B274F708-A4F6-4C1F-A5D1-48397ABAB5B9}" destId="{8CE1095D-107F-44C8-B4C7-FA141519D36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2F183FE-8D68-4E5F-AD0B-E5E9C5D34070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39E5E5DC-C227-439F-9910-E3C24DABEBB1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strengths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BAABC23C-1060-42C1-9605-B3DAC661A1F3}" type="parTrans" cxnId="{236DE2E3-B3A8-4629-9175-ECC0EC6A288D}">
      <dgm:prSet/>
      <dgm:spPr/>
      <dgm:t>
        <a:bodyPr/>
        <a:lstStyle/>
        <a:p>
          <a:endParaRPr lang="hu-HU"/>
        </a:p>
      </dgm:t>
    </dgm:pt>
    <dgm:pt modelId="{AF316B62-DFFB-49FF-94A2-7A09E45918EC}" type="sibTrans" cxnId="{236DE2E3-B3A8-4629-9175-ECC0EC6A288D}">
      <dgm:prSet/>
      <dgm:spPr/>
      <dgm:t>
        <a:bodyPr/>
        <a:lstStyle/>
        <a:p>
          <a:endParaRPr lang="hu-HU"/>
        </a:p>
      </dgm:t>
    </dgm:pt>
    <dgm:pt modelId="{43AC478D-87C8-4292-B79C-F8AB67D25013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MODULAR ARCHITECTURE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13A2A015-382E-4B93-AC88-B222B14800A1}" type="parTrans" cxnId="{B34A62BC-15B0-4824-9F72-9F1DB050C4A0}">
      <dgm:prSet/>
      <dgm:spPr/>
      <dgm:t>
        <a:bodyPr/>
        <a:lstStyle/>
        <a:p>
          <a:endParaRPr lang="hu-HU"/>
        </a:p>
      </dgm:t>
    </dgm:pt>
    <dgm:pt modelId="{A43D76FA-C4C7-4FBF-BE2F-6F8F22B2CD2F}" type="sibTrans" cxnId="{B34A62BC-15B0-4824-9F72-9F1DB050C4A0}">
      <dgm:prSet/>
      <dgm:spPr/>
      <dgm:t>
        <a:bodyPr/>
        <a:lstStyle/>
        <a:p>
          <a:endParaRPr lang="hu-HU"/>
        </a:p>
      </dgm:t>
    </dgm:pt>
    <dgm:pt modelId="{5F6BF520-C35D-4622-982C-9CFE809E993D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weaknesses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04070174-5813-4EA9-BBEC-CA1A3B848C63}" type="parTrans" cxnId="{EA5E1C07-AFE5-4949-8AF1-EF7B3D5905DB}">
      <dgm:prSet/>
      <dgm:spPr/>
      <dgm:t>
        <a:bodyPr/>
        <a:lstStyle/>
        <a:p>
          <a:endParaRPr lang="hu-HU"/>
        </a:p>
      </dgm:t>
    </dgm:pt>
    <dgm:pt modelId="{C4CA4287-6132-4B8A-B43A-BEF58B417613}" type="sibTrans" cxnId="{EA5E1C07-AFE5-4949-8AF1-EF7B3D5905DB}">
      <dgm:prSet/>
      <dgm:spPr/>
      <dgm:t>
        <a:bodyPr/>
        <a:lstStyle/>
        <a:p>
          <a:endParaRPr lang="hu-HU"/>
        </a:p>
      </dgm:t>
    </dgm:pt>
    <dgm:pt modelId="{B1D1FBC1-AA9E-4509-9337-2AD95BFD81DE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FIREBASE VENDOR LOCK IN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8E68B921-3309-4352-A9C9-E3E278E3E640}" type="parTrans" cxnId="{3325C6D1-9466-4AD3-96A2-ED65FD8EAE36}">
      <dgm:prSet/>
      <dgm:spPr/>
      <dgm:t>
        <a:bodyPr/>
        <a:lstStyle/>
        <a:p>
          <a:endParaRPr lang="hu-HU"/>
        </a:p>
      </dgm:t>
    </dgm:pt>
    <dgm:pt modelId="{640573D6-B651-4DEE-BABD-A4C2E53897AE}" type="sibTrans" cxnId="{3325C6D1-9466-4AD3-96A2-ED65FD8EAE36}">
      <dgm:prSet/>
      <dgm:spPr/>
      <dgm:t>
        <a:bodyPr/>
        <a:lstStyle/>
        <a:p>
          <a:endParaRPr lang="hu-HU"/>
        </a:p>
      </dgm:t>
    </dgm:pt>
    <dgm:pt modelId="{2B7E975F-F4E7-4846-AF2C-CC8CE728767B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THREATS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92553B89-D1C7-474A-A3F9-E45BA0C7DD32}" type="parTrans" cxnId="{2761F3E6-62DB-4239-87E4-D4691C54A86A}">
      <dgm:prSet/>
      <dgm:spPr/>
      <dgm:t>
        <a:bodyPr/>
        <a:lstStyle/>
        <a:p>
          <a:endParaRPr lang="hu-HU"/>
        </a:p>
      </dgm:t>
    </dgm:pt>
    <dgm:pt modelId="{86A2F898-04A5-4D53-AAA4-C776F22F0E12}" type="sibTrans" cxnId="{2761F3E6-62DB-4239-87E4-D4691C54A86A}">
      <dgm:prSet/>
      <dgm:spPr/>
      <dgm:t>
        <a:bodyPr/>
        <a:lstStyle/>
        <a:p>
          <a:endParaRPr lang="hu-HU"/>
        </a:p>
      </dgm:t>
    </dgm:pt>
    <dgm:pt modelId="{71EFAC19-24D5-4A41-9551-322ADD28F825}">
      <dgm:prSet phldrT="[Szöveg]"/>
      <dgm:spPr>
        <a:ln>
          <a:noFill/>
        </a:ln>
      </dgm:spPr>
      <dgm:t>
        <a:bodyPr/>
        <a:lstStyle/>
        <a:p>
          <a:pPr>
            <a:buNone/>
          </a:pPr>
          <a:endParaRPr lang="hu-HU" sz="1000" kern="1200" dirty="0"/>
        </a:p>
      </dgm:t>
    </dgm:pt>
    <dgm:pt modelId="{A77B5C38-6A66-4744-80DF-93E6E5E30C17}" type="parTrans" cxnId="{0681000E-212B-4376-9220-60357CD64CC1}">
      <dgm:prSet/>
      <dgm:spPr/>
      <dgm:t>
        <a:bodyPr/>
        <a:lstStyle/>
        <a:p>
          <a:endParaRPr lang="hu-HU"/>
        </a:p>
      </dgm:t>
    </dgm:pt>
    <dgm:pt modelId="{56C6BDF8-2872-474B-8057-7B528584FBE1}" type="sibTrans" cxnId="{0681000E-212B-4376-9220-60357CD64CC1}">
      <dgm:prSet/>
      <dgm:spPr/>
      <dgm:t>
        <a:bodyPr/>
        <a:lstStyle/>
        <a:p>
          <a:endParaRPr lang="hu-HU"/>
        </a:p>
      </dgm:t>
    </dgm:pt>
    <dgm:pt modelId="{4DDF9916-3739-4215-9D5A-8DA488895A0F}">
      <dgm:prSet phldrT="[Szöveg]" custT="1"/>
      <dgm:spPr>
        <a:solidFill>
          <a:schemeClr val="tx1"/>
        </a:solidFill>
      </dgm:spPr>
      <dgm:t>
        <a:bodyPr/>
        <a:lstStyle/>
        <a:p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OPPORTUNITIES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0E1C326C-795B-4335-8C49-150F45420EAC}" type="parTrans" cxnId="{91A6C1E8-8AEF-4310-BB5C-6A62D0F71B7F}">
      <dgm:prSet/>
      <dgm:spPr/>
      <dgm:t>
        <a:bodyPr/>
        <a:lstStyle/>
        <a:p>
          <a:endParaRPr lang="hu-HU"/>
        </a:p>
      </dgm:t>
    </dgm:pt>
    <dgm:pt modelId="{4FBE345F-9E62-4AF3-9DCC-3698D60D3C47}" type="sibTrans" cxnId="{91A6C1E8-8AEF-4310-BB5C-6A62D0F71B7F}">
      <dgm:prSet/>
      <dgm:spPr/>
      <dgm:t>
        <a:bodyPr/>
        <a:lstStyle/>
        <a:p>
          <a:endParaRPr lang="hu-HU"/>
        </a:p>
      </dgm:t>
    </dgm:pt>
    <dgm:pt modelId="{66FF69E0-FDAF-4D80-84BE-602B9E729D48}">
      <dgm:prSet phldrT="[Szöveg]"/>
      <dgm:spPr>
        <a:ln>
          <a:noFill/>
        </a:ln>
      </dgm:spPr>
      <dgm:t>
        <a:bodyPr/>
        <a:lstStyle/>
        <a:p>
          <a:pPr>
            <a:buNone/>
          </a:pPr>
          <a:endParaRPr lang="hu-HU" sz="900" kern="1200" dirty="0"/>
        </a:p>
      </dgm:t>
    </dgm:pt>
    <dgm:pt modelId="{6FD6FE75-989B-4233-84EC-8EEA8CE21768}" type="parTrans" cxnId="{23E8AD76-FCA5-4C36-B5EA-D65757D29E22}">
      <dgm:prSet/>
      <dgm:spPr/>
      <dgm:t>
        <a:bodyPr/>
        <a:lstStyle/>
        <a:p>
          <a:endParaRPr lang="hu-HU"/>
        </a:p>
      </dgm:t>
    </dgm:pt>
    <dgm:pt modelId="{58B4AF35-FC91-4E5B-9A26-92E4DC9ABBAC}" type="sibTrans" cxnId="{23E8AD76-FCA5-4C36-B5EA-D65757D29E22}">
      <dgm:prSet/>
      <dgm:spPr/>
      <dgm:t>
        <a:bodyPr/>
        <a:lstStyle/>
        <a:p>
          <a:endParaRPr lang="hu-HU"/>
        </a:p>
      </dgm:t>
    </dgm:pt>
    <dgm:pt modelId="{3BB77C02-DBA5-4156-9A2A-27A49FDCF40F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SECURITY RULES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5627584C-F0EA-4DAC-B092-0AC3499BA7CB}" type="parTrans" cxnId="{5119E92A-19AE-4308-A680-98272865FE38}">
      <dgm:prSet/>
      <dgm:spPr/>
      <dgm:t>
        <a:bodyPr/>
        <a:lstStyle/>
        <a:p>
          <a:endParaRPr lang="hu-HU"/>
        </a:p>
      </dgm:t>
    </dgm:pt>
    <dgm:pt modelId="{AEE41816-DD6F-496D-9299-C3442D050269}" type="sibTrans" cxnId="{5119E92A-19AE-4308-A680-98272865FE38}">
      <dgm:prSet/>
      <dgm:spPr/>
      <dgm:t>
        <a:bodyPr/>
        <a:lstStyle/>
        <a:p>
          <a:endParaRPr lang="hu-HU"/>
        </a:p>
      </dgm:t>
    </dgm:pt>
    <dgm:pt modelId="{05FA3DE3-28A5-4F1E-8381-9019222C48E3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AUTOMATED TESTING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5C1AACEB-EBB3-4BA1-A3BF-1003F6C8FA28}" type="parTrans" cxnId="{9C697DF7-4CD5-4B04-A2BE-5015A3042007}">
      <dgm:prSet/>
      <dgm:spPr/>
      <dgm:t>
        <a:bodyPr/>
        <a:lstStyle/>
        <a:p>
          <a:endParaRPr lang="hu-HU"/>
        </a:p>
      </dgm:t>
    </dgm:pt>
    <dgm:pt modelId="{F113968B-9D8E-44D9-993A-40EF718FA18E}" type="sibTrans" cxnId="{9C697DF7-4CD5-4B04-A2BE-5015A3042007}">
      <dgm:prSet/>
      <dgm:spPr/>
      <dgm:t>
        <a:bodyPr/>
        <a:lstStyle/>
        <a:p>
          <a:endParaRPr lang="hu-HU"/>
        </a:p>
      </dgm:t>
    </dgm:pt>
    <dgm:pt modelId="{833BE835-A7C6-48B3-A59D-E2DC7F1CD1F5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CLOUD AUTOMATION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AB25B55E-766E-48F5-9D92-AB713920E0D0}" type="parTrans" cxnId="{C0D069B2-0860-4871-9595-90F4746B25C6}">
      <dgm:prSet/>
      <dgm:spPr/>
      <dgm:t>
        <a:bodyPr/>
        <a:lstStyle/>
        <a:p>
          <a:endParaRPr lang="hu-HU"/>
        </a:p>
      </dgm:t>
    </dgm:pt>
    <dgm:pt modelId="{F66A0804-C083-457D-A128-D04C47B800B2}" type="sibTrans" cxnId="{C0D069B2-0860-4871-9595-90F4746B25C6}">
      <dgm:prSet/>
      <dgm:spPr/>
      <dgm:t>
        <a:bodyPr/>
        <a:lstStyle/>
        <a:p>
          <a:endParaRPr lang="hu-HU"/>
        </a:p>
      </dgm:t>
    </dgm:pt>
    <dgm:pt modelId="{A8122812-F8E4-45BA-B443-9E58946F8EBF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REQUIRES INTERNET CONNECTION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329370F1-27A8-4EF9-B075-CF57FD70C5F0}" type="parTrans" cxnId="{30326002-8244-4C86-8AC0-E85AFE570E2D}">
      <dgm:prSet/>
      <dgm:spPr/>
      <dgm:t>
        <a:bodyPr/>
        <a:lstStyle/>
        <a:p>
          <a:endParaRPr lang="hu-HU"/>
        </a:p>
      </dgm:t>
    </dgm:pt>
    <dgm:pt modelId="{FC638BAC-A1B7-4B00-8D02-DA567CA3F98E}" type="sibTrans" cxnId="{30326002-8244-4C86-8AC0-E85AFE570E2D}">
      <dgm:prSet/>
      <dgm:spPr/>
      <dgm:t>
        <a:bodyPr/>
        <a:lstStyle/>
        <a:p>
          <a:endParaRPr lang="hu-HU"/>
        </a:p>
      </dgm:t>
    </dgm:pt>
    <dgm:pt modelId="{E8F423FE-B8D8-4E24-A846-6F29CF03F9CC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BASIC ANALYTICS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8538ACE3-0C82-48B4-8C8E-A97D71C22F79}" type="parTrans" cxnId="{527DF79D-D95B-4335-9CF8-3FE4BF3C7D50}">
      <dgm:prSet/>
      <dgm:spPr/>
      <dgm:t>
        <a:bodyPr/>
        <a:lstStyle/>
        <a:p>
          <a:endParaRPr lang="hu-HU"/>
        </a:p>
      </dgm:t>
    </dgm:pt>
    <dgm:pt modelId="{24B1E4C7-0BCE-46D4-BAA1-4A4A40421763}" type="sibTrans" cxnId="{527DF79D-D95B-4335-9CF8-3FE4BF3C7D50}">
      <dgm:prSet/>
      <dgm:spPr/>
      <dgm:t>
        <a:bodyPr/>
        <a:lstStyle/>
        <a:p>
          <a:endParaRPr lang="hu-HU"/>
        </a:p>
      </dgm:t>
    </dgm:pt>
    <dgm:pt modelId="{8698C0FB-A19F-4AEF-9170-46357F9C7280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GAMIFICATION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65F26EEF-2ECA-4189-8C07-21C56CB8B30A}" type="parTrans" cxnId="{22C1AED6-C227-435D-A252-2AB96E71BD4C}">
      <dgm:prSet/>
      <dgm:spPr/>
      <dgm:t>
        <a:bodyPr/>
        <a:lstStyle/>
        <a:p>
          <a:endParaRPr lang="hu-HU"/>
        </a:p>
      </dgm:t>
    </dgm:pt>
    <dgm:pt modelId="{8A86E6AE-49D0-43FE-82A5-14234CBAF5B5}" type="sibTrans" cxnId="{22C1AED6-C227-435D-A252-2AB96E71BD4C}">
      <dgm:prSet/>
      <dgm:spPr/>
      <dgm:t>
        <a:bodyPr/>
        <a:lstStyle/>
        <a:p>
          <a:endParaRPr lang="hu-HU"/>
        </a:p>
      </dgm:t>
    </dgm:pt>
    <dgm:pt modelId="{08EA3C2D-C2FE-499C-942B-BE0B2CB17189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AI INTEGRATION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BA9F5ACE-1FA1-4441-94B7-E0FDBB1223D9}" type="parTrans" cxnId="{50DD96A0-8592-4786-B7FA-25BBB5B9CF3F}">
      <dgm:prSet/>
      <dgm:spPr/>
      <dgm:t>
        <a:bodyPr/>
        <a:lstStyle/>
        <a:p>
          <a:endParaRPr lang="hu-HU"/>
        </a:p>
      </dgm:t>
    </dgm:pt>
    <dgm:pt modelId="{A0BEB66F-B08F-485D-8E5C-AF675127BE40}" type="sibTrans" cxnId="{50DD96A0-8592-4786-B7FA-25BBB5B9CF3F}">
      <dgm:prSet/>
      <dgm:spPr/>
      <dgm:t>
        <a:bodyPr/>
        <a:lstStyle/>
        <a:p>
          <a:endParaRPr lang="hu-HU"/>
        </a:p>
      </dgm:t>
    </dgm:pt>
    <dgm:pt modelId="{ADA60932-CF04-4D26-8020-D8363CDF42BA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PRODUCTIVITY ANALYTICS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FA2D3F62-6E12-41FF-88C5-2B60EE185B31}" type="parTrans" cxnId="{FAF5FEA2-16C3-429A-AEA1-0BD477B04F93}">
      <dgm:prSet/>
      <dgm:spPr/>
      <dgm:t>
        <a:bodyPr/>
        <a:lstStyle/>
        <a:p>
          <a:endParaRPr lang="hu-HU"/>
        </a:p>
      </dgm:t>
    </dgm:pt>
    <dgm:pt modelId="{A2B454F4-7A1D-4DA5-9DBE-0F33427C4BAA}" type="sibTrans" cxnId="{FAF5FEA2-16C3-429A-AEA1-0BD477B04F93}">
      <dgm:prSet/>
      <dgm:spPr/>
      <dgm:t>
        <a:bodyPr/>
        <a:lstStyle/>
        <a:p>
          <a:endParaRPr lang="hu-HU"/>
        </a:p>
      </dgm:t>
    </dgm:pt>
    <dgm:pt modelId="{649BADA8-1A1D-455F-B4AB-181CEEE37E97}">
      <dgm:prSet phldrT="[Szöveg]"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MOBILE APPLICATION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D872AE98-C553-421F-9779-8CCDE4D4036E}" type="parTrans" cxnId="{7C52E92B-D7EE-4AFC-AF5B-A21E3EFD5429}">
      <dgm:prSet/>
      <dgm:spPr/>
      <dgm:t>
        <a:bodyPr/>
        <a:lstStyle/>
        <a:p>
          <a:endParaRPr lang="hu-HU"/>
        </a:p>
      </dgm:t>
    </dgm:pt>
    <dgm:pt modelId="{CE35EF3D-8953-4162-8AEF-3E12515EABE5}" type="sibTrans" cxnId="{7C52E92B-D7EE-4AFC-AF5B-A21E3EFD5429}">
      <dgm:prSet/>
      <dgm:spPr/>
      <dgm:t>
        <a:bodyPr/>
        <a:lstStyle/>
        <a:p>
          <a:endParaRPr lang="hu-HU"/>
        </a:p>
      </dgm:t>
    </dgm:pt>
    <dgm:pt modelId="{E3C47A6F-4F12-402D-9B0F-82C30DE62F8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STRONG COMPETITORS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B6C53290-3DFD-4C2D-8E27-4E5ADE1573C6}" type="parTrans" cxnId="{02B9892C-E55B-4BB3-93E0-6854D8F16404}">
      <dgm:prSet/>
      <dgm:spPr/>
      <dgm:t>
        <a:bodyPr/>
        <a:lstStyle/>
        <a:p>
          <a:endParaRPr lang="hu-HU"/>
        </a:p>
      </dgm:t>
    </dgm:pt>
    <dgm:pt modelId="{4F5EBDF8-9E4F-444C-A110-2E5889EE0C91}" type="sibTrans" cxnId="{02B9892C-E55B-4BB3-93E0-6854D8F16404}">
      <dgm:prSet/>
      <dgm:spPr/>
      <dgm:t>
        <a:bodyPr/>
        <a:lstStyle/>
        <a:p>
          <a:endParaRPr lang="hu-HU"/>
        </a:p>
      </dgm:t>
    </dgm:pt>
    <dgm:pt modelId="{61F1D62F-CE9D-4219-833B-D8F2C8F2D02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FIREBASE PRICING CHANGES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9D86A889-9D36-40DA-9AF5-4FDADD91BCF6}" type="parTrans" cxnId="{B669815B-F883-4BD6-AD8A-75E633FB64AF}">
      <dgm:prSet/>
      <dgm:spPr/>
      <dgm:t>
        <a:bodyPr/>
        <a:lstStyle/>
        <a:p>
          <a:endParaRPr lang="hu-HU"/>
        </a:p>
      </dgm:t>
    </dgm:pt>
    <dgm:pt modelId="{CAAB595A-B78A-4F23-8D47-4BFBC7352A5C}" type="sibTrans" cxnId="{B669815B-F883-4BD6-AD8A-75E633FB64AF}">
      <dgm:prSet/>
      <dgm:spPr/>
      <dgm:t>
        <a:bodyPr/>
        <a:lstStyle/>
        <a:p>
          <a:endParaRPr lang="hu-HU"/>
        </a:p>
      </dgm:t>
    </dgm:pt>
    <dgm:pt modelId="{1483064F-51DE-4C2E-8107-62383010A41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DATA PRIVACY REGULATIONS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5221C058-487E-49C9-9FDA-E3E6CF3CE6FC}" type="parTrans" cxnId="{3A5D86EF-DC63-46AF-8C8D-5F49641D4261}">
      <dgm:prSet/>
      <dgm:spPr/>
      <dgm:t>
        <a:bodyPr/>
        <a:lstStyle/>
        <a:p>
          <a:endParaRPr lang="hu-HU"/>
        </a:p>
      </dgm:t>
    </dgm:pt>
    <dgm:pt modelId="{C1A80B26-B57E-448A-A6BC-D996286A5486}" type="sibTrans" cxnId="{3A5D86EF-DC63-46AF-8C8D-5F49641D4261}">
      <dgm:prSet/>
      <dgm:spPr/>
      <dgm:t>
        <a:bodyPr/>
        <a:lstStyle/>
        <a:p>
          <a:endParaRPr lang="hu-HU"/>
        </a:p>
      </dgm:t>
    </dgm:pt>
    <dgm:pt modelId="{49E23E1C-6647-44A7-AC75-45EE453351A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SCALING COSTS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gm:t>
    </dgm:pt>
    <dgm:pt modelId="{9BFD9762-BBA3-4F1D-A08B-AFBFCE02C53D}" type="parTrans" cxnId="{8B9EA912-750D-4DEB-A89F-A262D9FF5791}">
      <dgm:prSet/>
      <dgm:spPr/>
      <dgm:t>
        <a:bodyPr/>
        <a:lstStyle/>
        <a:p>
          <a:endParaRPr lang="hu-HU"/>
        </a:p>
      </dgm:t>
    </dgm:pt>
    <dgm:pt modelId="{471C85A3-ADC7-42AD-9E87-2B54A642CE90}" type="sibTrans" cxnId="{8B9EA912-750D-4DEB-A89F-A262D9FF5791}">
      <dgm:prSet/>
      <dgm:spPr/>
      <dgm:t>
        <a:bodyPr/>
        <a:lstStyle/>
        <a:p>
          <a:endParaRPr lang="hu-HU"/>
        </a:p>
      </dgm:t>
    </dgm:pt>
    <dgm:pt modelId="{ABB2E495-42F6-4BBE-A7E7-4C494888447A}" type="pres">
      <dgm:prSet presAssocID="{D2F183FE-8D68-4E5F-AD0B-E5E9C5D34070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E3BCD1D2-61BC-4488-A73C-E3A9A0408D17}" type="pres">
      <dgm:prSet presAssocID="{D2F183FE-8D68-4E5F-AD0B-E5E9C5D34070}" presName="children" presStyleCnt="0"/>
      <dgm:spPr/>
    </dgm:pt>
    <dgm:pt modelId="{69BEE753-F3B2-4A7F-89CA-057104D4C218}" type="pres">
      <dgm:prSet presAssocID="{D2F183FE-8D68-4E5F-AD0B-E5E9C5D34070}" presName="child1group" presStyleCnt="0"/>
      <dgm:spPr/>
    </dgm:pt>
    <dgm:pt modelId="{57189A23-D1F1-46B3-B6D9-5A70B87BBEA2}" type="pres">
      <dgm:prSet presAssocID="{D2F183FE-8D68-4E5F-AD0B-E5E9C5D34070}" presName="child1" presStyleLbl="bgAcc1" presStyleIdx="0" presStyleCnt="4" custLinFactNeighborX="-18666" custLinFactNeighborY="-10494"/>
      <dgm:spPr/>
    </dgm:pt>
    <dgm:pt modelId="{FB522A12-3EAD-452B-944F-17EB0A702280}" type="pres">
      <dgm:prSet presAssocID="{D2F183FE-8D68-4E5F-AD0B-E5E9C5D34070}" presName="child1Text" presStyleLbl="bgAcc1" presStyleIdx="0" presStyleCnt="4">
        <dgm:presLayoutVars>
          <dgm:bulletEnabled val="1"/>
        </dgm:presLayoutVars>
      </dgm:prSet>
      <dgm:spPr/>
    </dgm:pt>
    <dgm:pt modelId="{6A33C150-2605-4462-B608-BC81434D8171}" type="pres">
      <dgm:prSet presAssocID="{D2F183FE-8D68-4E5F-AD0B-E5E9C5D34070}" presName="child2group" presStyleCnt="0"/>
      <dgm:spPr/>
    </dgm:pt>
    <dgm:pt modelId="{8BDC0EED-F26B-46AB-8BBC-0293021CC125}" type="pres">
      <dgm:prSet presAssocID="{D2F183FE-8D68-4E5F-AD0B-E5E9C5D34070}" presName="child2" presStyleLbl="bgAcc1" presStyleIdx="1" presStyleCnt="4" custLinFactNeighborX="25209" custLinFactNeighborY="1141"/>
      <dgm:spPr/>
    </dgm:pt>
    <dgm:pt modelId="{A751A2B9-959C-4B3C-A753-4D78B3304600}" type="pres">
      <dgm:prSet presAssocID="{D2F183FE-8D68-4E5F-AD0B-E5E9C5D34070}" presName="child2Text" presStyleLbl="bgAcc1" presStyleIdx="1" presStyleCnt="4">
        <dgm:presLayoutVars>
          <dgm:bulletEnabled val="1"/>
        </dgm:presLayoutVars>
      </dgm:prSet>
      <dgm:spPr/>
    </dgm:pt>
    <dgm:pt modelId="{29147E45-A0BC-47BB-B294-282AB1EFB345}" type="pres">
      <dgm:prSet presAssocID="{D2F183FE-8D68-4E5F-AD0B-E5E9C5D34070}" presName="child3group" presStyleCnt="0"/>
      <dgm:spPr/>
    </dgm:pt>
    <dgm:pt modelId="{D9E2F2E8-F913-446B-BAD8-C4F129242B4C}" type="pres">
      <dgm:prSet presAssocID="{D2F183FE-8D68-4E5F-AD0B-E5E9C5D34070}" presName="child3" presStyleLbl="bgAcc1" presStyleIdx="2" presStyleCnt="4" custScaleY="120090" custLinFactNeighborX="23036" custLinFactNeighborY="-47166"/>
      <dgm:spPr/>
    </dgm:pt>
    <dgm:pt modelId="{91AC2F3F-C045-4EE3-A982-BA76537D8DF2}" type="pres">
      <dgm:prSet presAssocID="{D2F183FE-8D68-4E5F-AD0B-E5E9C5D34070}" presName="child3Text" presStyleLbl="bgAcc1" presStyleIdx="2" presStyleCnt="4">
        <dgm:presLayoutVars>
          <dgm:bulletEnabled val="1"/>
        </dgm:presLayoutVars>
      </dgm:prSet>
      <dgm:spPr/>
    </dgm:pt>
    <dgm:pt modelId="{9402124B-F222-40D7-AE1A-00D9ACE016B9}" type="pres">
      <dgm:prSet presAssocID="{D2F183FE-8D68-4E5F-AD0B-E5E9C5D34070}" presName="child4group" presStyleCnt="0"/>
      <dgm:spPr/>
    </dgm:pt>
    <dgm:pt modelId="{41B7A883-0B58-406A-BEAC-5207B49F2D9A}" type="pres">
      <dgm:prSet presAssocID="{D2F183FE-8D68-4E5F-AD0B-E5E9C5D34070}" presName="child4" presStyleLbl="bgAcc1" presStyleIdx="3" presStyleCnt="4" custLinFactNeighborX="-19738" custLinFactNeighborY="-51227"/>
      <dgm:spPr/>
    </dgm:pt>
    <dgm:pt modelId="{DFEFFD9D-5B66-4CF6-A9AD-D4EF7970C5B3}" type="pres">
      <dgm:prSet presAssocID="{D2F183FE-8D68-4E5F-AD0B-E5E9C5D34070}" presName="child4Text" presStyleLbl="bgAcc1" presStyleIdx="3" presStyleCnt="4">
        <dgm:presLayoutVars>
          <dgm:bulletEnabled val="1"/>
        </dgm:presLayoutVars>
      </dgm:prSet>
      <dgm:spPr/>
    </dgm:pt>
    <dgm:pt modelId="{CDF2095D-D7CA-42DD-85A2-4CD050540660}" type="pres">
      <dgm:prSet presAssocID="{D2F183FE-8D68-4E5F-AD0B-E5E9C5D34070}" presName="childPlaceholder" presStyleCnt="0"/>
      <dgm:spPr/>
    </dgm:pt>
    <dgm:pt modelId="{98B34B60-1D54-45FD-A373-E7950113EF19}" type="pres">
      <dgm:prSet presAssocID="{D2F183FE-8D68-4E5F-AD0B-E5E9C5D34070}" presName="circle" presStyleCnt="0"/>
      <dgm:spPr/>
    </dgm:pt>
    <dgm:pt modelId="{0476F7C9-4701-4952-AB19-E64030FC0764}" type="pres">
      <dgm:prSet presAssocID="{D2F183FE-8D68-4E5F-AD0B-E5E9C5D34070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1AEAD4D-DF61-4F79-8EA2-82961FBBB7C2}" type="pres">
      <dgm:prSet presAssocID="{D2F183FE-8D68-4E5F-AD0B-E5E9C5D34070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D6690FDC-5830-4BBD-92E5-672B9C9DF03B}" type="pres">
      <dgm:prSet presAssocID="{D2F183FE-8D68-4E5F-AD0B-E5E9C5D34070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FB0FE68E-73AE-4219-BC4D-794241A97C26}" type="pres">
      <dgm:prSet presAssocID="{D2F183FE-8D68-4E5F-AD0B-E5E9C5D34070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EF88BAF-19E1-45AA-933B-E3BA931F504E}" type="pres">
      <dgm:prSet presAssocID="{D2F183FE-8D68-4E5F-AD0B-E5E9C5D34070}" presName="quadrantPlaceholder" presStyleCnt="0"/>
      <dgm:spPr/>
    </dgm:pt>
    <dgm:pt modelId="{E883D793-075E-4130-9D3C-A9D7561C80B0}" type="pres">
      <dgm:prSet presAssocID="{D2F183FE-8D68-4E5F-AD0B-E5E9C5D34070}" presName="center1" presStyleLbl="fgShp" presStyleIdx="0" presStyleCnt="2"/>
      <dgm:spPr>
        <a:solidFill>
          <a:schemeClr val="bg1"/>
        </a:solidFill>
      </dgm:spPr>
    </dgm:pt>
    <dgm:pt modelId="{2FEEB321-D375-4A83-89A2-65D553B8D57F}" type="pres">
      <dgm:prSet presAssocID="{D2F183FE-8D68-4E5F-AD0B-E5E9C5D34070}" presName="center2" presStyleLbl="fgShp" presStyleIdx="1" presStyleCnt="2"/>
      <dgm:spPr>
        <a:solidFill>
          <a:schemeClr val="bg1"/>
        </a:solidFill>
      </dgm:spPr>
    </dgm:pt>
  </dgm:ptLst>
  <dgm:cxnLst>
    <dgm:cxn modelId="{1CD60600-C369-4BE4-9C68-A8842E37C652}" type="presOf" srcId="{71EFAC19-24D5-4A41-9551-322ADD28F825}" destId="{91AC2F3F-C045-4EE3-A982-BA76537D8DF2}" srcOrd="1" destOrd="0" presId="urn:microsoft.com/office/officeart/2005/8/layout/cycle4"/>
    <dgm:cxn modelId="{30326002-8244-4C86-8AC0-E85AFE570E2D}" srcId="{5F6BF520-C35D-4622-982C-9CFE809E993D}" destId="{A8122812-F8E4-45BA-B443-9E58946F8EBF}" srcOrd="1" destOrd="0" parTransId="{329370F1-27A8-4EF9-B075-CF57FD70C5F0}" sibTransId="{FC638BAC-A1B7-4B00-8D02-DA567CA3F98E}"/>
    <dgm:cxn modelId="{81491604-B210-4924-A202-41C665199CC5}" type="presOf" srcId="{61F1D62F-CE9D-4219-833B-D8F2C8F2D026}" destId="{91AC2F3F-C045-4EE3-A982-BA76537D8DF2}" srcOrd="1" destOrd="2" presId="urn:microsoft.com/office/officeart/2005/8/layout/cycle4"/>
    <dgm:cxn modelId="{EA5E1C07-AFE5-4949-8AF1-EF7B3D5905DB}" srcId="{D2F183FE-8D68-4E5F-AD0B-E5E9C5D34070}" destId="{5F6BF520-C35D-4622-982C-9CFE809E993D}" srcOrd="1" destOrd="0" parTransId="{04070174-5813-4EA9-BBEC-CA1A3B848C63}" sibTransId="{C4CA4287-6132-4B8A-B43A-BEF58B417613}"/>
    <dgm:cxn modelId="{0681000E-212B-4376-9220-60357CD64CC1}" srcId="{2B7E975F-F4E7-4846-AF2C-CC8CE728767B}" destId="{71EFAC19-24D5-4A41-9551-322ADD28F825}" srcOrd="0" destOrd="0" parTransId="{A77B5C38-6A66-4744-80DF-93E6E5E30C17}" sibTransId="{56C6BDF8-2872-474B-8057-7B528584FBE1}"/>
    <dgm:cxn modelId="{9915D60F-7BFE-4161-B50D-82472CDA98EC}" type="presOf" srcId="{A8122812-F8E4-45BA-B443-9E58946F8EBF}" destId="{A751A2B9-959C-4B3C-A753-4D78B3304600}" srcOrd="1" destOrd="1" presId="urn:microsoft.com/office/officeart/2005/8/layout/cycle4"/>
    <dgm:cxn modelId="{F4554E10-D90F-4865-B220-AD339DD0CD50}" type="presOf" srcId="{49E23E1C-6647-44A7-AC75-45EE453351A3}" destId="{91AC2F3F-C045-4EE3-A982-BA76537D8DF2}" srcOrd="1" destOrd="4" presId="urn:microsoft.com/office/officeart/2005/8/layout/cycle4"/>
    <dgm:cxn modelId="{0FA90111-7DEF-4955-99AF-8E5C0E2B9EE0}" type="presOf" srcId="{1483064F-51DE-4C2E-8107-62383010A41F}" destId="{D9E2F2E8-F913-446B-BAD8-C4F129242B4C}" srcOrd="0" destOrd="3" presId="urn:microsoft.com/office/officeart/2005/8/layout/cycle4"/>
    <dgm:cxn modelId="{8B9EA912-750D-4DEB-A89F-A262D9FF5791}" srcId="{2B7E975F-F4E7-4846-AF2C-CC8CE728767B}" destId="{49E23E1C-6647-44A7-AC75-45EE453351A3}" srcOrd="4" destOrd="0" parTransId="{9BFD9762-BBA3-4F1D-A08B-AFBFCE02C53D}" sibTransId="{471C85A3-ADC7-42AD-9E87-2B54A642CE90}"/>
    <dgm:cxn modelId="{DEA2E514-3F63-4651-97C3-FB99C6B1C06D}" type="presOf" srcId="{3BB77C02-DBA5-4156-9A2A-27A49FDCF40F}" destId="{FB522A12-3EAD-452B-944F-17EB0A702280}" srcOrd="1" destOrd="1" presId="urn:microsoft.com/office/officeart/2005/8/layout/cycle4"/>
    <dgm:cxn modelId="{0D728317-166F-4C1F-AD1D-3C85CD884BD1}" type="presOf" srcId="{39E5E5DC-C227-439F-9910-E3C24DABEBB1}" destId="{0476F7C9-4701-4952-AB19-E64030FC0764}" srcOrd="0" destOrd="0" presId="urn:microsoft.com/office/officeart/2005/8/layout/cycle4"/>
    <dgm:cxn modelId="{70688924-B79C-40AF-B477-9207EDE2A3C4}" type="presOf" srcId="{ADA60932-CF04-4D26-8020-D8363CDF42BA}" destId="{41B7A883-0B58-406A-BEAC-5207B49F2D9A}" srcOrd="0" destOrd="4" presId="urn:microsoft.com/office/officeart/2005/8/layout/cycle4"/>
    <dgm:cxn modelId="{5119E92A-19AE-4308-A680-98272865FE38}" srcId="{39E5E5DC-C227-439F-9910-E3C24DABEBB1}" destId="{3BB77C02-DBA5-4156-9A2A-27A49FDCF40F}" srcOrd="1" destOrd="0" parTransId="{5627584C-F0EA-4DAC-B092-0AC3499BA7CB}" sibTransId="{AEE41816-DD6F-496D-9299-C3442D050269}"/>
    <dgm:cxn modelId="{D094E62B-B1F7-4D79-8B3C-D56830261970}" type="presOf" srcId="{E3C47A6F-4F12-402D-9B0F-82C30DE62F8D}" destId="{D9E2F2E8-F913-446B-BAD8-C4F129242B4C}" srcOrd="0" destOrd="1" presId="urn:microsoft.com/office/officeart/2005/8/layout/cycle4"/>
    <dgm:cxn modelId="{7C52E92B-D7EE-4AFC-AF5B-A21E3EFD5429}" srcId="{4DDF9916-3739-4215-9D5A-8DA488895A0F}" destId="{649BADA8-1A1D-455F-B4AB-181CEEE37E97}" srcOrd="2" destOrd="0" parTransId="{D872AE98-C553-421F-9779-8CCDE4D4036E}" sibTransId="{CE35EF3D-8953-4162-8AEF-3E12515EABE5}"/>
    <dgm:cxn modelId="{02B9892C-E55B-4BB3-93E0-6854D8F16404}" srcId="{2B7E975F-F4E7-4846-AF2C-CC8CE728767B}" destId="{E3C47A6F-4F12-402D-9B0F-82C30DE62F8D}" srcOrd="1" destOrd="0" parTransId="{B6C53290-3DFD-4C2D-8E27-4E5ADE1573C6}" sibTransId="{4F5EBDF8-9E4F-444C-A110-2E5889EE0C91}"/>
    <dgm:cxn modelId="{98747833-DC58-462E-A754-F9FCB5BF4CFF}" type="presOf" srcId="{E3C47A6F-4F12-402D-9B0F-82C30DE62F8D}" destId="{91AC2F3F-C045-4EE3-A982-BA76537D8DF2}" srcOrd="1" destOrd="1" presId="urn:microsoft.com/office/officeart/2005/8/layout/cycle4"/>
    <dgm:cxn modelId="{150F1E3D-0FDD-44F6-A1BD-101F76A17A08}" type="presOf" srcId="{5F6BF520-C35D-4622-982C-9CFE809E993D}" destId="{D1AEAD4D-DF61-4F79-8EA2-82961FBBB7C2}" srcOrd="0" destOrd="0" presId="urn:microsoft.com/office/officeart/2005/8/layout/cycle4"/>
    <dgm:cxn modelId="{B669815B-F883-4BD6-AD8A-75E633FB64AF}" srcId="{2B7E975F-F4E7-4846-AF2C-CC8CE728767B}" destId="{61F1D62F-CE9D-4219-833B-D8F2C8F2D026}" srcOrd="2" destOrd="0" parTransId="{9D86A889-9D36-40DA-9AF5-4FDADD91BCF6}" sibTransId="{CAAB595A-B78A-4F23-8D47-4BFBC7352A5C}"/>
    <dgm:cxn modelId="{002E9D5B-ED0A-4CF0-9A3F-7B6BF543C6DA}" type="presOf" srcId="{8698C0FB-A19F-4AEF-9170-46357F9C7280}" destId="{DFEFFD9D-5B66-4CF6-A9AD-D4EF7970C5B3}" srcOrd="1" destOrd="1" presId="urn:microsoft.com/office/officeart/2005/8/layout/cycle4"/>
    <dgm:cxn modelId="{F837AB61-2E43-44B9-AA55-7B3DE954408C}" type="presOf" srcId="{08EA3C2D-C2FE-499C-942B-BE0B2CB17189}" destId="{41B7A883-0B58-406A-BEAC-5207B49F2D9A}" srcOrd="0" destOrd="3" presId="urn:microsoft.com/office/officeart/2005/8/layout/cycle4"/>
    <dgm:cxn modelId="{08E2F944-B007-4BA7-97EB-888D62B07630}" type="presOf" srcId="{ADA60932-CF04-4D26-8020-D8363CDF42BA}" destId="{DFEFFD9D-5B66-4CF6-A9AD-D4EF7970C5B3}" srcOrd="1" destOrd="4" presId="urn:microsoft.com/office/officeart/2005/8/layout/cycle4"/>
    <dgm:cxn modelId="{49C75371-38A4-4BCC-BE80-ACE4FD9050F4}" type="presOf" srcId="{833BE835-A7C6-48B3-A59D-E2DC7F1CD1F5}" destId="{FB522A12-3EAD-452B-944F-17EB0A702280}" srcOrd="1" destOrd="3" presId="urn:microsoft.com/office/officeart/2005/8/layout/cycle4"/>
    <dgm:cxn modelId="{BC40D974-1260-47BC-AFD1-2348CF27190D}" type="presOf" srcId="{1483064F-51DE-4C2E-8107-62383010A41F}" destId="{91AC2F3F-C045-4EE3-A982-BA76537D8DF2}" srcOrd="1" destOrd="3" presId="urn:microsoft.com/office/officeart/2005/8/layout/cycle4"/>
    <dgm:cxn modelId="{23E8AD76-FCA5-4C36-B5EA-D65757D29E22}" srcId="{4DDF9916-3739-4215-9D5A-8DA488895A0F}" destId="{66FF69E0-FDAF-4D80-84BE-602B9E729D48}" srcOrd="0" destOrd="0" parTransId="{6FD6FE75-989B-4233-84EC-8EEA8CE21768}" sibTransId="{58B4AF35-FC91-4E5B-9A26-92E4DC9ABBAC}"/>
    <dgm:cxn modelId="{3937B257-B035-42DF-98BB-5CA890E880E9}" type="presOf" srcId="{66FF69E0-FDAF-4D80-84BE-602B9E729D48}" destId="{DFEFFD9D-5B66-4CF6-A9AD-D4EF7970C5B3}" srcOrd="1" destOrd="0" presId="urn:microsoft.com/office/officeart/2005/8/layout/cycle4"/>
    <dgm:cxn modelId="{4B9CD779-3E0D-45E3-A258-9E07BA667771}" type="presOf" srcId="{B1D1FBC1-AA9E-4509-9337-2AD95BFD81DE}" destId="{8BDC0EED-F26B-46AB-8BBC-0293021CC125}" srcOrd="0" destOrd="0" presId="urn:microsoft.com/office/officeart/2005/8/layout/cycle4"/>
    <dgm:cxn modelId="{6E3AE55A-7DC1-4CAA-B2EB-639A13356D2E}" type="presOf" srcId="{05FA3DE3-28A5-4F1E-8381-9019222C48E3}" destId="{57189A23-D1F1-46B3-B6D9-5A70B87BBEA2}" srcOrd="0" destOrd="2" presId="urn:microsoft.com/office/officeart/2005/8/layout/cycle4"/>
    <dgm:cxn modelId="{D7F02982-1B24-47FC-9E19-7E1404A566E8}" type="presOf" srcId="{08EA3C2D-C2FE-499C-942B-BE0B2CB17189}" destId="{DFEFFD9D-5B66-4CF6-A9AD-D4EF7970C5B3}" srcOrd="1" destOrd="3" presId="urn:microsoft.com/office/officeart/2005/8/layout/cycle4"/>
    <dgm:cxn modelId="{E6ECD28B-A421-40E0-AB17-F0DC30870691}" type="presOf" srcId="{D2F183FE-8D68-4E5F-AD0B-E5E9C5D34070}" destId="{ABB2E495-42F6-4BBE-A7E7-4C494888447A}" srcOrd="0" destOrd="0" presId="urn:microsoft.com/office/officeart/2005/8/layout/cycle4"/>
    <dgm:cxn modelId="{7D70298E-D92D-43F7-B4B7-8D996ADA705C}" type="presOf" srcId="{649BADA8-1A1D-455F-B4AB-181CEEE37E97}" destId="{DFEFFD9D-5B66-4CF6-A9AD-D4EF7970C5B3}" srcOrd="1" destOrd="2" presId="urn:microsoft.com/office/officeart/2005/8/layout/cycle4"/>
    <dgm:cxn modelId="{527DF79D-D95B-4335-9CF8-3FE4BF3C7D50}" srcId="{5F6BF520-C35D-4622-982C-9CFE809E993D}" destId="{E8F423FE-B8D8-4E24-A846-6F29CF03F9CC}" srcOrd="2" destOrd="0" parTransId="{8538ACE3-0C82-48B4-8C8E-A97D71C22F79}" sibTransId="{24B1E4C7-0BCE-46D4-BAA1-4A4A40421763}"/>
    <dgm:cxn modelId="{C3713D9E-726F-407F-8E21-C4C2EF1095E5}" type="presOf" srcId="{49E23E1C-6647-44A7-AC75-45EE453351A3}" destId="{D9E2F2E8-F913-446B-BAD8-C4F129242B4C}" srcOrd="0" destOrd="4" presId="urn:microsoft.com/office/officeart/2005/8/layout/cycle4"/>
    <dgm:cxn modelId="{52090B9F-66E4-4074-894C-8D8BEB8C69C1}" type="presOf" srcId="{E8F423FE-B8D8-4E24-A846-6F29CF03F9CC}" destId="{8BDC0EED-F26B-46AB-8BBC-0293021CC125}" srcOrd="0" destOrd="2" presId="urn:microsoft.com/office/officeart/2005/8/layout/cycle4"/>
    <dgm:cxn modelId="{50DD96A0-8592-4786-B7FA-25BBB5B9CF3F}" srcId="{4DDF9916-3739-4215-9D5A-8DA488895A0F}" destId="{08EA3C2D-C2FE-499C-942B-BE0B2CB17189}" srcOrd="3" destOrd="0" parTransId="{BA9F5ACE-1FA1-4441-94B7-E0FDBB1223D9}" sibTransId="{A0BEB66F-B08F-485D-8E5C-AF675127BE40}"/>
    <dgm:cxn modelId="{FAF5FEA2-16C3-429A-AEA1-0BD477B04F93}" srcId="{4DDF9916-3739-4215-9D5A-8DA488895A0F}" destId="{ADA60932-CF04-4D26-8020-D8363CDF42BA}" srcOrd="4" destOrd="0" parTransId="{FA2D3F62-6E12-41FF-88C5-2B60EE185B31}" sibTransId="{A2B454F4-7A1D-4DA5-9DBE-0F33427C4BAA}"/>
    <dgm:cxn modelId="{0C4DCFB1-DE00-4A10-AD53-D244C07CBC0A}" type="presOf" srcId="{3BB77C02-DBA5-4156-9A2A-27A49FDCF40F}" destId="{57189A23-D1F1-46B3-B6D9-5A70B87BBEA2}" srcOrd="0" destOrd="1" presId="urn:microsoft.com/office/officeart/2005/8/layout/cycle4"/>
    <dgm:cxn modelId="{C0D069B2-0860-4871-9595-90F4746B25C6}" srcId="{39E5E5DC-C227-439F-9910-E3C24DABEBB1}" destId="{833BE835-A7C6-48B3-A59D-E2DC7F1CD1F5}" srcOrd="3" destOrd="0" parTransId="{AB25B55E-766E-48F5-9D92-AB713920E0D0}" sibTransId="{F66A0804-C083-457D-A128-D04C47B800B2}"/>
    <dgm:cxn modelId="{B34A62BC-15B0-4824-9F72-9F1DB050C4A0}" srcId="{39E5E5DC-C227-439F-9910-E3C24DABEBB1}" destId="{43AC478D-87C8-4292-B79C-F8AB67D25013}" srcOrd="0" destOrd="0" parTransId="{13A2A015-382E-4B93-AC88-B222B14800A1}" sibTransId="{A43D76FA-C4C7-4FBF-BE2F-6F8F22B2CD2F}"/>
    <dgm:cxn modelId="{39094FC2-052A-4416-8FE7-95CC836CEA30}" type="presOf" srcId="{8698C0FB-A19F-4AEF-9170-46357F9C7280}" destId="{41B7A883-0B58-406A-BEAC-5207B49F2D9A}" srcOrd="0" destOrd="1" presId="urn:microsoft.com/office/officeart/2005/8/layout/cycle4"/>
    <dgm:cxn modelId="{CB2DFFC4-2DDF-4E3A-B115-DFFA0A2F8F2D}" type="presOf" srcId="{A8122812-F8E4-45BA-B443-9E58946F8EBF}" destId="{8BDC0EED-F26B-46AB-8BBC-0293021CC125}" srcOrd="0" destOrd="1" presId="urn:microsoft.com/office/officeart/2005/8/layout/cycle4"/>
    <dgm:cxn modelId="{3325C6D1-9466-4AD3-96A2-ED65FD8EAE36}" srcId="{5F6BF520-C35D-4622-982C-9CFE809E993D}" destId="{B1D1FBC1-AA9E-4509-9337-2AD95BFD81DE}" srcOrd="0" destOrd="0" parTransId="{8E68B921-3309-4352-A9C9-E3E278E3E640}" sibTransId="{640573D6-B651-4DEE-BABD-A4C2E53897AE}"/>
    <dgm:cxn modelId="{22C1AED6-C227-435D-A252-2AB96E71BD4C}" srcId="{4DDF9916-3739-4215-9D5A-8DA488895A0F}" destId="{8698C0FB-A19F-4AEF-9170-46357F9C7280}" srcOrd="1" destOrd="0" parTransId="{65F26EEF-2ECA-4189-8C07-21C56CB8B30A}" sibTransId="{8A86E6AE-49D0-43FE-82A5-14234CBAF5B5}"/>
    <dgm:cxn modelId="{F38F57DA-E61D-49F6-9B38-E0E5672862DE}" type="presOf" srcId="{61F1D62F-CE9D-4219-833B-D8F2C8F2D026}" destId="{D9E2F2E8-F913-446B-BAD8-C4F129242B4C}" srcOrd="0" destOrd="2" presId="urn:microsoft.com/office/officeart/2005/8/layout/cycle4"/>
    <dgm:cxn modelId="{387222E1-5BC8-4D74-86FC-38E741816B01}" type="presOf" srcId="{43AC478D-87C8-4292-B79C-F8AB67D25013}" destId="{57189A23-D1F1-46B3-B6D9-5A70B87BBEA2}" srcOrd="0" destOrd="0" presId="urn:microsoft.com/office/officeart/2005/8/layout/cycle4"/>
    <dgm:cxn modelId="{F8A7DCE3-DC96-4B6F-8E84-459FE76D749F}" type="presOf" srcId="{71EFAC19-24D5-4A41-9551-322ADD28F825}" destId="{D9E2F2E8-F913-446B-BAD8-C4F129242B4C}" srcOrd="0" destOrd="0" presId="urn:microsoft.com/office/officeart/2005/8/layout/cycle4"/>
    <dgm:cxn modelId="{236DE2E3-B3A8-4629-9175-ECC0EC6A288D}" srcId="{D2F183FE-8D68-4E5F-AD0B-E5E9C5D34070}" destId="{39E5E5DC-C227-439F-9910-E3C24DABEBB1}" srcOrd="0" destOrd="0" parTransId="{BAABC23C-1060-42C1-9605-B3DAC661A1F3}" sibTransId="{AF316B62-DFFB-49FF-94A2-7A09E45918EC}"/>
    <dgm:cxn modelId="{F7520EE5-9D3A-4863-90E0-633D98AFCC13}" type="presOf" srcId="{05FA3DE3-28A5-4F1E-8381-9019222C48E3}" destId="{FB522A12-3EAD-452B-944F-17EB0A702280}" srcOrd="1" destOrd="2" presId="urn:microsoft.com/office/officeart/2005/8/layout/cycle4"/>
    <dgm:cxn modelId="{2761F3E6-62DB-4239-87E4-D4691C54A86A}" srcId="{D2F183FE-8D68-4E5F-AD0B-E5E9C5D34070}" destId="{2B7E975F-F4E7-4846-AF2C-CC8CE728767B}" srcOrd="2" destOrd="0" parTransId="{92553B89-D1C7-474A-A3F9-E45BA0C7DD32}" sibTransId="{86A2F898-04A5-4D53-AAA4-C776F22F0E12}"/>
    <dgm:cxn modelId="{745394E7-8D45-49F2-BC0B-9A107A4B0047}" type="presOf" srcId="{E8F423FE-B8D8-4E24-A846-6F29CF03F9CC}" destId="{A751A2B9-959C-4B3C-A753-4D78B3304600}" srcOrd="1" destOrd="2" presId="urn:microsoft.com/office/officeart/2005/8/layout/cycle4"/>
    <dgm:cxn modelId="{91A6C1E8-8AEF-4310-BB5C-6A62D0F71B7F}" srcId="{D2F183FE-8D68-4E5F-AD0B-E5E9C5D34070}" destId="{4DDF9916-3739-4215-9D5A-8DA488895A0F}" srcOrd="3" destOrd="0" parTransId="{0E1C326C-795B-4335-8C49-150F45420EAC}" sibTransId="{4FBE345F-9E62-4AF3-9DCC-3698D60D3C47}"/>
    <dgm:cxn modelId="{AC2EBFEA-C57F-46C8-9604-DC04B6182AB6}" type="presOf" srcId="{B1D1FBC1-AA9E-4509-9337-2AD95BFD81DE}" destId="{A751A2B9-959C-4B3C-A753-4D78B3304600}" srcOrd="1" destOrd="0" presId="urn:microsoft.com/office/officeart/2005/8/layout/cycle4"/>
    <dgm:cxn modelId="{BB67BCEB-AA46-4DC7-9248-8C6E8315179A}" type="presOf" srcId="{2B7E975F-F4E7-4846-AF2C-CC8CE728767B}" destId="{D6690FDC-5830-4BBD-92E5-672B9C9DF03B}" srcOrd="0" destOrd="0" presId="urn:microsoft.com/office/officeart/2005/8/layout/cycle4"/>
    <dgm:cxn modelId="{ADB4CDEC-6ADD-4762-ABB5-DDD43D669ACC}" type="presOf" srcId="{649BADA8-1A1D-455F-B4AB-181CEEE37E97}" destId="{41B7A883-0B58-406A-BEAC-5207B49F2D9A}" srcOrd="0" destOrd="2" presId="urn:microsoft.com/office/officeart/2005/8/layout/cycle4"/>
    <dgm:cxn modelId="{3A5D86EF-DC63-46AF-8C8D-5F49641D4261}" srcId="{2B7E975F-F4E7-4846-AF2C-CC8CE728767B}" destId="{1483064F-51DE-4C2E-8107-62383010A41F}" srcOrd="3" destOrd="0" parTransId="{5221C058-487E-49C9-9FDA-E3E6CF3CE6FC}" sibTransId="{C1A80B26-B57E-448A-A6BC-D996286A5486}"/>
    <dgm:cxn modelId="{26B0C2F1-A5B6-4CF2-88A9-B7DE923459D6}" type="presOf" srcId="{4DDF9916-3739-4215-9D5A-8DA488895A0F}" destId="{FB0FE68E-73AE-4219-BC4D-794241A97C26}" srcOrd="0" destOrd="0" presId="urn:microsoft.com/office/officeart/2005/8/layout/cycle4"/>
    <dgm:cxn modelId="{4DE98BF4-C85B-458D-A631-C3A153D0E284}" type="presOf" srcId="{43AC478D-87C8-4292-B79C-F8AB67D25013}" destId="{FB522A12-3EAD-452B-944F-17EB0A702280}" srcOrd="1" destOrd="0" presId="urn:microsoft.com/office/officeart/2005/8/layout/cycle4"/>
    <dgm:cxn modelId="{A61E90F6-8E9F-4AD2-9991-34972C3CFAB1}" type="presOf" srcId="{833BE835-A7C6-48B3-A59D-E2DC7F1CD1F5}" destId="{57189A23-D1F1-46B3-B6D9-5A70B87BBEA2}" srcOrd="0" destOrd="3" presId="urn:microsoft.com/office/officeart/2005/8/layout/cycle4"/>
    <dgm:cxn modelId="{9C697DF7-4CD5-4B04-A2BE-5015A3042007}" srcId="{39E5E5DC-C227-439F-9910-E3C24DABEBB1}" destId="{05FA3DE3-28A5-4F1E-8381-9019222C48E3}" srcOrd="2" destOrd="0" parTransId="{5C1AACEB-EBB3-4BA1-A3BF-1003F6C8FA28}" sibTransId="{F113968B-9D8E-44D9-993A-40EF718FA18E}"/>
    <dgm:cxn modelId="{C6E6A4FF-B192-406D-828A-B9447085B4B0}" type="presOf" srcId="{66FF69E0-FDAF-4D80-84BE-602B9E729D48}" destId="{41B7A883-0B58-406A-BEAC-5207B49F2D9A}" srcOrd="0" destOrd="0" presId="urn:microsoft.com/office/officeart/2005/8/layout/cycle4"/>
    <dgm:cxn modelId="{419A6D81-17C9-4F86-B7F8-21DF51DDD955}" type="presParOf" srcId="{ABB2E495-42F6-4BBE-A7E7-4C494888447A}" destId="{E3BCD1D2-61BC-4488-A73C-E3A9A0408D17}" srcOrd="0" destOrd="0" presId="urn:microsoft.com/office/officeart/2005/8/layout/cycle4"/>
    <dgm:cxn modelId="{F17D4C3C-1DA3-4B64-8B17-6567262DDB5B}" type="presParOf" srcId="{E3BCD1D2-61BC-4488-A73C-E3A9A0408D17}" destId="{69BEE753-F3B2-4A7F-89CA-057104D4C218}" srcOrd="0" destOrd="0" presId="urn:microsoft.com/office/officeart/2005/8/layout/cycle4"/>
    <dgm:cxn modelId="{B5D1B744-33AD-48FA-A3ED-808215ACA4DB}" type="presParOf" srcId="{69BEE753-F3B2-4A7F-89CA-057104D4C218}" destId="{57189A23-D1F1-46B3-B6D9-5A70B87BBEA2}" srcOrd="0" destOrd="0" presId="urn:microsoft.com/office/officeart/2005/8/layout/cycle4"/>
    <dgm:cxn modelId="{BB0DEF22-2012-417B-9EA8-9677D3734135}" type="presParOf" srcId="{69BEE753-F3B2-4A7F-89CA-057104D4C218}" destId="{FB522A12-3EAD-452B-944F-17EB0A702280}" srcOrd="1" destOrd="0" presId="urn:microsoft.com/office/officeart/2005/8/layout/cycle4"/>
    <dgm:cxn modelId="{FBCB1D5E-FE20-45DA-B66F-9716B61A761B}" type="presParOf" srcId="{E3BCD1D2-61BC-4488-A73C-E3A9A0408D17}" destId="{6A33C150-2605-4462-B608-BC81434D8171}" srcOrd="1" destOrd="0" presId="urn:microsoft.com/office/officeart/2005/8/layout/cycle4"/>
    <dgm:cxn modelId="{CDB174A6-6959-43A6-8E07-F60F63EA765C}" type="presParOf" srcId="{6A33C150-2605-4462-B608-BC81434D8171}" destId="{8BDC0EED-F26B-46AB-8BBC-0293021CC125}" srcOrd="0" destOrd="0" presId="urn:microsoft.com/office/officeart/2005/8/layout/cycle4"/>
    <dgm:cxn modelId="{A3888D8E-406D-41FD-A1C6-CFFDDF29DA89}" type="presParOf" srcId="{6A33C150-2605-4462-B608-BC81434D8171}" destId="{A751A2B9-959C-4B3C-A753-4D78B3304600}" srcOrd="1" destOrd="0" presId="urn:microsoft.com/office/officeart/2005/8/layout/cycle4"/>
    <dgm:cxn modelId="{3AEF6FEF-8682-469E-97CD-D3AA566B1464}" type="presParOf" srcId="{E3BCD1D2-61BC-4488-A73C-E3A9A0408D17}" destId="{29147E45-A0BC-47BB-B294-282AB1EFB345}" srcOrd="2" destOrd="0" presId="urn:microsoft.com/office/officeart/2005/8/layout/cycle4"/>
    <dgm:cxn modelId="{FFED88D5-7DFB-4094-8295-646365599DDC}" type="presParOf" srcId="{29147E45-A0BC-47BB-B294-282AB1EFB345}" destId="{D9E2F2E8-F913-446B-BAD8-C4F129242B4C}" srcOrd="0" destOrd="0" presId="urn:microsoft.com/office/officeart/2005/8/layout/cycle4"/>
    <dgm:cxn modelId="{73752BF8-567F-47F3-A51A-759B3968B4FC}" type="presParOf" srcId="{29147E45-A0BC-47BB-B294-282AB1EFB345}" destId="{91AC2F3F-C045-4EE3-A982-BA76537D8DF2}" srcOrd="1" destOrd="0" presId="urn:microsoft.com/office/officeart/2005/8/layout/cycle4"/>
    <dgm:cxn modelId="{E062F0C8-489E-4987-8C82-3E93CA2DA7FB}" type="presParOf" srcId="{E3BCD1D2-61BC-4488-A73C-E3A9A0408D17}" destId="{9402124B-F222-40D7-AE1A-00D9ACE016B9}" srcOrd="3" destOrd="0" presId="urn:microsoft.com/office/officeart/2005/8/layout/cycle4"/>
    <dgm:cxn modelId="{CA258612-DAD5-4695-AFBD-A5109FCED6FF}" type="presParOf" srcId="{9402124B-F222-40D7-AE1A-00D9ACE016B9}" destId="{41B7A883-0B58-406A-BEAC-5207B49F2D9A}" srcOrd="0" destOrd="0" presId="urn:microsoft.com/office/officeart/2005/8/layout/cycle4"/>
    <dgm:cxn modelId="{449BBDE1-465B-4B4C-B6D1-C1E7AAD17B4B}" type="presParOf" srcId="{9402124B-F222-40D7-AE1A-00D9ACE016B9}" destId="{DFEFFD9D-5B66-4CF6-A9AD-D4EF7970C5B3}" srcOrd="1" destOrd="0" presId="urn:microsoft.com/office/officeart/2005/8/layout/cycle4"/>
    <dgm:cxn modelId="{2B880B54-C584-4666-AFC0-184DE97739F3}" type="presParOf" srcId="{E3BCD1D2-61BC-4488-A73C-E3A9A0408D17}" destId="{CDF2095D-D7CA-42DD-85A2-4CD050540660}" srcOrd="4" destOrd="0" presId="urn:microsoft.com/office/officeart/2005/8/layout/cycle4"/>
    <dgm:cxn modelId="{B8FAB842-AE55-484E-B4D0-C4502CB8761E}" type="presParOf" srcId="{ABB2E495-42F6-4BBE-A7E7-4C494888447A}" destId="{98B34B60-1D54-45FD-A373-E7950113EF19}" srcOrd="1" destOrd="0" presId="urn:microsoft.com/office/officeart/2005/8/layout/cycle4"/>
    <dgm:cxn modelId="{5B8F5498-9A86-4B91-AA8A-AD97952D5FD2}" type="presParOf" srcId="{98B34B60-1D54-45FD-A373-E7950113EF19}" destId="{0476F7C9-4701-4952-AB19-E64030FC0764}" srcOrd="0" destOrd="0" presId="urn:microsoft.com/office/officeart/2005/8/layout/cycle4"/>
    <dgm:cxn modelId="{59A334CE-682A-4D8A-94B2-DBE6B67D62F4}" type="presParOf" srcId="{98B34B60-1D54-45FD-A373-E7950113EF19}" destId="{D1AEAD4D-DF61-4F79-8EA2-82961FBBB7C2}" srcOrd="1" destOrd="0" presId="urn:microsoft.com/office/officeart/2005/8/layout/cycle4"/>
    <dgm:cxn modelId="{4954DD45-8740-416E-BF2D-4F1F124018C5}" type="presParOf" srcId="{98B34B60-1D54-45FD-A373-E7950113EF19}" destId="{D6690FDC-5830-4BBD-92E5-672B9C9DF03B}" srcOrd="2" destOrd="0" presId="urn:microsoft.com/office/officeart/2005/8/layout/cycle4"/>
    <dgm:cxn modelId="{B25D8B7C-1873-48A4-9C8F-026E924B6979}" type="presParOf" srcId="{98B34B60-1D54-45FD-A373-E7950113EF19}" destId="{FB0FE68E-73AE-4219-BC4D-794241A97C26}" srcOrd="3" destOrd="0" presId="urn:microsoft.com/office/officeart/2005/8/layout/cycle4"/>
    <dgm:cxn modelId="{680036B0-BEA3-4886-8384-B3276802B924}" type="presParOf" srcId="{98B34B60-1D54-45FD-A373-E7950113EF19}" destId="{4EF88BAF-19E1-45AA-933B-E3BA931F504E}" srcOrd="4" destOrd="0" presId="urn:microsoft.com/office/officeart/2005/8/layout/cycle4"/>
    <dgm:cxn modelId="{D1307FDB-8613-43CD-911B-7C50C655D951}" type="presParOf" srcId="{ABB2E495-42F6-4BBE-A7E7-4C494888447A}" destId="{E883D793-075E-4130-9D3C-A9D7561C80B0}" srcOrd="2" destOrd="0" presId="urn:microsoft.com/office/officeart/2005/8/layout/cycle4"/>
    <dgm:cxn modelId="{30ABD2AE-B8D2-4A6F-BF49-7611B14EFB97}" type="presParOf" srcId="{ABB2E495-42F6-4BBE-A7E7-4C494888447A}" destId="{2FEEB321-D375-4A83-89A2-65D553B8D57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C233857-E902-4CC3-8176-D40A4A53E465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4C57996F-5525-4FC5-8662-73726306E77E}">
      <dgm:prSet phldrT="[Szöveg]" custT="1"/>
      <dgm:spPr/>
      <dgm:t>
        <a:bodyPr/>
        <a:lstStyle/>
        <a:p>
          <a:r>
            <a:rPr lang="en-US" sz="900" spc="0" dirty="0"/>
            <a:t>AUTHENTICATION</a:t>
          </a:r>
          <a:endParaRPr lang="hu-HU" sz="900" spc="0" dirty="0"/>
        </a:p>
      </dgm:t>
    </dgm:pt>
    <dgm:pt modelId="{81777145-5749-477D-9A36-B7C617BB2B74}" type="parTrans" cxnId="{CA14C57C-E59C-4860-A893-29E4767B4246}">
      <dgm:prSet/>
      <dgm:spPr/>
      <dgm:t>
        <a:bodyPr/>
        <a:lstStyle/>
        <a:p>
          <a:endParaRPr lang="hu-HU" sz="1000" spc="0" dirty="0"/>
        </a:p>
      </dgm:t>
    </dgm:pt>
    <dgm:pt modelId="{B66FDFD8-3BE4-4270-BBE8-9FEABF741876}" type="sibTrans" cxnId="{CA14C57C-E59C-4860-A893-29E4767B4246}">
      <dgm:prSet/>
      <dgm:spPr/>
      <dgm:t>
        <a:bodyPr/>
        <a:lstStyle/>
        <a:p>
          <a:endParaRPr lang="hu-HU" sz="1000" spc="0" dirty="0"/>
        </a:p>
      </dgm:t>
    </dgm:pt>
    <dgm:pt modelId="{684A73A4-6A28-45DB-802F-64B125328CE7}">
      <dgm:prSet phldrT="[Szöveg]" custT="1"/>
      <dgm:spPr/>
      <dgm:t>
        <a:bodyPr/>
        <a:lstStyle/>
        <a:p>
          <a:r>
            <a:rPr lang="en-US" sz="1000" spc="0" dirty="0"/>
            <a:t>REGISTER</a:t>
          </a:r>
          <a:endParaRPr lang="hu-HU" sz="1000" spc="0" dirty="0"/>
        </a:p>
      </dgm:t>
    </dgm:pt>
    <dgm:pt modelId="{46360EBC-C9C0-46FD-8721-9C4403150AD0}" type="parTrans" cxnId="{D4B19142-E43E-435E-9B54-806741B313C6}">
      <dgm:prSet/>
      <dgm:spPr/>
      <dgm:t>
        <a:bodyPr/>
        <a:lstStyle/>
        <a:p>
          <a:endParaRPr lang="hu-HU" sz="1000" spc="0" dirty="0"/>
        </a:p>
      </dgm:t>
    </dgm:pt>
    <dgm:pt modelId="{8332445A-8AD7-4D9A-A741-C5B0D9A3AC31}" type="sibTrans" cxnId="{D4B19142-E43E-435E-9B54-806741B313C6}">
      <dgm:prSet/>
      <dgm:spPr/>
      <dgm:t>
        <a:bodyPr/>
        <a:lstStyle/>
        <a:p>
          <a:endParaRPr lang="hu-HU" sz="1000" spc="0" dirty="0"/>
        </a:p>
      </dgm:t>
    </dgm:pt>
    <dgm:pt modelId="{52E542A6-3D89-4840-A479-7FA775430ADA}">
      <dgm:prSet phldrT="[Szöveg]" custT="1"/>
      <dgm:spPr/>
      <dgm:t>
        <a:bodyPr/>
        <a:lstStyle/>
        <a:p>
          <a:r>
            <a:rPr lang="en-US" sz="1000" spc="0" dirty="0"/>
            <a:t>LOGIN</a:t>
          </a:r>
          <a:endParaRPr lang="hu-HU" sz="1000" spc="0" dirty="0"/>
        </a:p>
      </dgm:t>
    </dgm:pt>
    <dgm:pt modelId="{CEA25FCF-4E0F-4BA7-8C74-CC5CC59F7CB6}" type="parTrans" cxnId="{AFC1048F-468E-4A91-B7FB-12C13B1F42D5}">
      <dgm:prSet/>
      <dgm:spPr/>
      <dgm:t>
        <a:bodyPr/>
        <a:lstStyle/>
        <a:p>
          <a:endParaRPr lang="hu-HU" sz="1000" spc="0" dirty="0"/>
        </a:p>
      </dgm:t>
    </dgm:pt>
    <dgm:pt modelId="{E54510B5-B64D-4B6E-A201-C56E70E71D9A}" type="sibTrans" cxnId="{AFC1048F-468E-4A91-B7FB-12C13B1F42D5}">
      <dgm:prSet/>
      <dgm:spPr/>
      <dgm:t>
        <a:bodyPr/>
        <a:lstStyle/>
        <a:p>
          <a:endParaRPr lang="hu-HU" sz="1000" spc="0" dirty="0"/>
        </a:p>
      </dgm:t>
    </dgm:pt>
    <dgm:pt modelId="{08C37421-E5BC-4B27-93BC-B2215C701B2C}">
      <dgm:prSet phldrT="[Szöveg]" custT="1"/>
      <dgm:spPr/>
      <dgm:t>
        <a:bodyPr/>
        <a:lstStyle/>
        <a:p>
          <a:r>
            <a:rPr lang="en-US" sz="1000" spc="0" dirty="0"/>
            <a:t>FRONTEND</a:t>
          </a:r>
          <a:endParaRPr lang="hu-HU" sz="1000" spc="0" dirty="0"/>
        </a:p>
      </dgm:t>
    </dgm:pt>
    <dgm:pt modelId="{1C318968-8D95-4593-B13A-4204874CCCF6}" type="parTrans" cxnId="{A54143E2-9EBF-4463-95CC-B465A8FDD508}">
      <dgm:prSet/>
      <dgm:spPr/>
      <dgm:t>
        <a:bodyPr/>
        <a:lstStyle/>
        <a:p>
          <a:endParaRPr lang="hu-HU" sz="1000" spc="0" dirty="0"/>
        </a:p>
      </dgm:t>
    </dgm:pt>
    <dgm:pt modelId="{E4C978CA-65EA-4F1C-A303-4D296EB64A53}" type="sibTrans" cxnId="{A54143E2-9EBF-4463-95CC-B465A8FDD508}">
      <dgm:prSet/>
      <dgm:spPr/>
      <dgm:t>
        <a:bodyPr/>
        <a:lstStyle/>
        <a:p>
          <a:endParaRPr lang="hu-HU" sz="1000" spc="0" dirty="0"/>
        </a:p>
      </dgm:t>
    </dgm:pt>
    <dgm:pt modelId="{72FBD8A5-7F8D-44D9-8347-F57116D06B4C}">
      <dgm:prSet phldrT="[Szöveg]" custT="1"/>
      <dgm:spPr/>
      <dgm:t>
        <a:bodyPr/>
        <a:lstStyle/>
        <a:p>
          <a:r>
            <a:rPr lang="en-US" sz="1000" spc="0" dirty="0"/>
            <a:t>BASE CSS</a:t>
          </a:r>
          <a:endParaRPr lang="hu-HU" sz="1000" spc="0" dirty="0"/>
        </a:p>
      </dgm:t>
    </dgm:pt>
    <dgm:pt modelId="{BC30C3CA-455D-4BE2-B929-6BFD3CB625EA}" type="parTrans" cxnId="{B91BFD27-D015-4429-8A88-7F3F234E9C58}">
      <dgm:prSet/>
      <dgm:spPr/>
      <dgm:t>
        <a:bodyPr/>
        <a:lstStyle/>
        <a:p>
          <a:endParaRPr lang="hu-HU" sz="1000" spc="0" dirty="0"/>
        </a:p>
      </dgm:t>
    </dgm:pt>
    <dgm:pt modelId="{3A96E371-CEF8-4647-8C08-28207AB6F03B}" type="sibTrans" cxnId="{B91BFD27-D015-4429-8A88-7F3F234E9C58}">
      <dgm:prSet/>
      <dgm:spPr/>
      <dgm:t>
        <a:bodyPr/>
        <a:lstStyle/>
        <a:p>
          <a:endParaRPr lang="hu-HU" sz="1000" spc="0" dirty="0"/>
        </a:p>
      </dgm:t>
    </dgm:pt>
    <dgm:pt modelId="{311B65AE-FA3C-477E-B4C6-34BB3550D21A}">
      <dgm:prSet phldrT="[Szöveg]" custT="1"/>
      <dgm:spPr/>
      <dgm:t>
        <a:bodyPr/>
        <a:lstStyle/>
        <a:p>
          <a:r>
            <a:rPr lang="en-US" sz="1000" spc="0" dirty="0"/>
            <a:t>LANDING</a:t>
          </a:r>
          <a:endParaRPr lang="hu-HU" sz="1000" spc="0" dirty="0"/>
        </a:p>
      </dgm:t>
    </dgm:pt>
    <dgm:pt modelId="{0D8DBD35-BD59-461E-A07B-F99A8110B066}" type="parTrans" cxnId="{E37E2535-9060-495D-9F43-69AE47425482}">
      <dgm:prSet/>
      <dgm:spPr/>
      <dgm:t>
        <a:bodyPr/>
        <a:lstStyle/>
        <a:p>
          <a:endParaRPr lang="hu-HU" sz="1000" spc="0" dirty="0"/>
        </a:p>
      </dgm:t>
    </dgm:pt>
    <dgm:pt modelId="{C83FDF65-00B6-4C20-96E0-F7E997B6D2AE}" type="sibTrans" cxnId="{E37E2535-9060-495D-9F43-69AE47425482}">
      <dgm:prSet/>
      <dgm:spPr/>
      <dgm:t>
        <a:bodyPr/>
        <a:lstStyle/>
        <a:p>
          <a:endParaRPr lang="hu-HU" sz="1000" spc="0" dirty="0"/>
        </a:p>
      </dgm:t>
    </dgm:pt>
    <dgm:pt modelId="{F3FC1FCD-AB93-48C5-9D61-D1E0F2D5B0D6}">
      <dgm:prSet phldrT="[Szöveg]" custT="1"/>
      <dgm:spPr/>
      <dgm:t>
        <a:bodyPr/>
        <a:lstStyle/>
        <a:p>
          <a:r>
            <a:rPr lang="en-US" sz="1000" spc="0" dirty="0"/>
            <a:t>SIGNED IN</a:t>
          </a:r>
          <a:endParaRPr lang="hu-HU" sz="1000" spc="0" dirty="0"/>
        </a:p>
      </dgm:t>
    </dgm:pt>
    <dgm:pt modelId="{14BAB7DD-BF55-4EFF-828D-7B2408D8913E}" type="parTrans" cxnId="{41EE3E8B-BBE9-49C3-8123-C7403FDD964B}">
      <dgm:prSet/>
      <dgm:spPr/>
      <dgm:t>
        <a:bodyPr/>
        <a:lstStyle/>
        <a:p>
          <a:endParaRPr lang="hu-HU" sz="1000" spc="0" dirty="0"/>
        </a:p>
      </dgm:t>
    </dgm:pt>
    <dgm:pt modelId="{67DCB49F-54DC-4395-815F-1602823316A5}" type="sibTrans" cxnId="{41EE3E8B-BBE9-49C3-8123-C7403FDD964B}">
      <dgm:prSet/>
      <dgm:spPr/>
      <dgm:t>
        <a:bodyPr/>
        <a:lstStyle/>
        <a:p>
          <a:endParaRPr lang="hu-HU" sz="1000" spc="0" dirty="0"/>
        </a:p>
      </dgm:t>
    </dgm:pt>
    <dgm:pt modelId="{C99707AB-09D4-499E-97DA-CFB9CBDEF34A}">
      <dgm:prSet phldrT="[Szöveg]" custT="1"/>
      <dgm:spPr/>
      <dgm:t>
        <a:bodyPr/>
        <a:lstStyle/>
        <a:p>
          <a:r>
            <a:rPr lang="en-US" sz="1000" spc="0" dirty="0"/>
            <a:t>TASKS</a:t>
          </a:r>
          <a:endParaRPr lang="hu-HU" sz="1000" spc="0" dirty="0"/>
        </a:p>
      </dgm:t>
    </dgm:pt>
    <dgm:pt modelId="{1810204D-1D9C-4DE6-A270-24FBEA44A71C}" type="parTrans" cxnId="{7AB65438-23D9-4D18-B5A4-DF2E6253C027}">
      <dgm:prSet/>
      <dgm:spPr/>
      <dgm:t>
        <a:bodyPr/>
        <a:lstStyle/>
        <a:p>
          <a:endParaRPr lang="hu-HU" sz="1000" spc="0" dirty="0"/>
        </a:p>
      </dgm:t>
    </dgm:pt>
    <dgm:pt modelId="{5819D56F-CDB6-446A-8EAE-F9AE1EB0F2C1}" type="sibTrans" cxnId="{7AB65438-23D9-4D18-B5A4-DF2E6253C027}">
      <dgm:prSet/>
      <dgm:spPr/>
      <dgm:t>
        <a:bodyPr/>
        <a:lstStyle/>
        <a:p>
          <a:endParaRPr lang="hu-HU" sz="1000" spc="0" dirty="0"/>
        </a:p>
      </dgm:t>
    </dgm:pt>
    <dgm:pt modelId="{44543ED0-BA0F-45E2-BC4D-23EE92FF3DBE}">
      <dgm:prSet phldrT="[Szöveg]" custT="1"/>
      <dgm:spPr/>
      <dgm:t>
        <a:bodyPr/>
        <a:lstStyle/>
        <a:p>
          <a:r>
            <a:rPr lang="en-US" sz="1000" spc="0" dirty="0"/>
            <a:t>PROFILE</a:t>
          </a:r>
          <a:endParaRPr lang="hu-HU" sz="1000" spc="0" dirty="0"/>
        </a:p>
      </dgm:t>
    </dgm:pt>
    <dgm:pt modelId="{07935A21-B00A-4417-BE87-67E4BD51DC18}" type="parTrans" cxnId="{9775D73C-110D-4B7B-8FA7-1AA37ED5B609}">
      <dgm:prSet/>
      <dgm:spPr/>
      <dgm:t>
        <a:bodyPr/>
        <a:lstStyle/>
        <a:p>
          <a:endParaRPr lang="hu-HU" sz="1000" spc="0" dirty="0"/>
        </a:p>
      </dgm:t>
    </dgm:pt>
    <dgm:pt modelId="{5B5E1BB2-9B42-45E3-A972-C54EEED908E1}" type="sibTrans" cxnId="{9775D73C-110D-4B7B-8FA7-1AA37ED5B609}">
      <dgm:prSet/>
      <dgm:spPr/>
      <dgm:t>
        <a:bodyPr/>
        <a:lstStyle/>
        <a:p>
          <a:endParaRPr lang="hu-HU" sz="1000" spc="0" dirty="0"/>
        </a:p>
      </dgm:t>
    </dgm:pt>
    <dgm:pt modelId="{977B80BF-A042-4708-987E-B3A998F0D675}">
      <dgm:prSet phldrT="[Szöveg]" custT="1"/>
      <dgm:spPr/>
      <dgm:t>
        <a:bodyPr/>
        <a:lstStyle/>
        <a:p>
          <a:r>
            <a:rPr lang="en-US" sz="1000" spc="0" dirty="0"/>
            <a:t>SERVICES</a:t>
          </a:r>
          <a:endParaRPr lang="hu-HU" sz="1000" spc="0" dirty="0"/>
        </a:p>
      </dgm:t>
    </dgm:pt>
    <dgm:pt modelId="{7C4F059E-380C-4C28-B324-14E4BB91CA6A}" type="parTrans" cxnId="{24C71A49-CF10-4F09-B575-3430048BAAD2}">
      <dgm:prSet/>
      <dgm:spPr/>
      <dgm:t>
        <a:bodyPr/>
        <a:lstStyle/>
        <a:p>
          <a:endParaRPr lang="hu-HU" sz="1000" spc="0" dirty="0"/>
        </a:p>
      </dgm:t>
    </dgm:pt>
    <dgm:pt modelId="{58411526-CFC2-44D5-A75D-3BE39CA85D63}" type="sibTrans" cxnId="{24C71A49-CF10-4F09-B575-3430048BAAD2}">
      <dgm:prSet/>
      <dgm:spPr/>
      <dgm:t>
        <a:bodyPr/>
        <a:lstStyle/>
        <a:p>
          <a:endParaRPr lang="hu-HU" sz="1000" spc="0" dirty="0"/>
        </a:p>
      </dgm:t>
    </dgm:pt>
    <dgm:pt modelId="{627A3597-ECC9-4202-88F9-E7D8F87DD4D8}">
      <dgm:prSet phldrT="[Szöveg]" custT="1"/>
      <dgm:spPr/>
      <dgm:t>
        <a:bodyPr/>
        <a:lstStyle/>
        <a:p>
          <a:r>
            <a:rPr lang="en-US" sz="1000" spc="0" dirty="0"/>
            <a:t>VALIDATORS</a:t>
          </a:r>
          <a:endParaRPr lang="hu-HU" sz="1000" spc="0" dirty="0"/>
        </a:p>
      </dgm:t>
    </dgm:pt>
    <dgm:pt modelId="{E34AFBA5-57D3-4A50-BD39-B7EF94625EB9}" type="parTrans" cxnId="{2B3A9D14-ED44-44F8-95C9-AD056F6CB89B}">
      <dgm:prSet/>
      <dgm:spPr/>
      <dgm:t>
        <a:bodyPr/>
        <a:lstStyle/>
        <a:p>
          <a:endParaRPr lang="hu-HU" sz="1000" spc="0" dirty="0"/>
        </a:p>
      </dgm:t>
    </dgm:pt>
    <dgm:pt modelId="{DF1DB739-F292-4AFC-9B7C-A4D2D5CE5038}" type="sibTrans" cxnId="{2B3A9D14-ED44-44F8-95C9-AD056F6CB89B}">
      <dgm:prSet/>
      <dgm:spPr/>
      <dgm:t>
        <a:bodyPr/>
        <a:lstStyle/>
        <a:p>
          <a:endParaRPr lang="hu-HU" sz="1000" spc="0" dirty="0"/>
        </a:p>
      </dgm:t>
    </dgm:pt>
    <dgm:pt modelId="{2DB75436-F714-4AD7-BCFE-AF592B04BCC3}">
      <dgm:prSet phldrT="[Szöveg]" custT="1"/>
      <dgm:spPr/>
      <dgm:t>
        <a:bodyPr/>
        <a:lstStyle/>
        <a:p>
          <a:r>
            <a:rPr lang="en-US" sz="1000" spc="0" dirty="0"/>
            <a:t>SERVICES</a:t>
          </a:r>
          <a:endParaRPr lang="hu-HU" sz="1000" spc="0" dirty="0"/>
        </a:p>
      </dgm:t>
    </dgm:pt>
    <dgm:pt modelId="{6F87D16E-95D4-4443-8FCA-C67FD96F831A}" type="parTrans" cxnId="{F740CBD7-613C-414E-BD0A-7BECDA1112B7}">
      <dgm:prSet/>
      <dgm:spPr/>
      <dgm:t>
        <a:bodyPr/>
        <a:lstStyle/>
        <a:p>
          <a:endParaRPr lang="hu-HU" sz="1000" spc="0" dirty="0"/>
        </a:p>
      </dgm:t>
    </dgm:pt>
    <dgm:pt modelId="{C0995FF8-687F-47C9-8EAE-2B3D1F694607}" type="sibTrans" cxnId="{F740CBD7-613C-414E-BD0A-7BECDA1112B7}">
      <dgm:prSet/>
      <dgm:spPr/>
      <dgm:t>
        <a:bodyPr/>
        <a:lstStyle/>
        <a:p>
          <a:endParaRPr lang="hu-HU" sz="1000" spc="0" dirty="0"/>
        </a:p>
      </dgm:t>
    </dgm:pt>
    <dgm:pt modelId="{B234B3C2-B4D0-408E-B300-568C133281D4}">
      <dgm:prSet phldrT="[Szöveg]" custT="1"/>
      <dgm:spPr/>
      <dgm:t>
        <a:bodyPr/>
        <a:lstStyle/>
        <a:p>
          <a:r>
            <a:rPr lang="en-US" sz="1000" spc="0" dirty="0"/>
            <a:t>AUTOMATED     TESTING</a:t>
          </a:r>
          <a:endParaRPr lang="hu-HU" sz="1000" spc="0" dirty="0"/>
        </a:p>
      </dgm:t>
    </dgm:pt>
    <dgm:pt modelId="{8A8295F5-D7A5-462E-90A4-AB5B03266882}" type="parTrans" cxnId="{E46A450E-1BC7-4110-90F3-1AA334682B6A}">
      <dgm:prSet/>
      <dgm:spPr/>
      <dgm:t>
        <a:bodyPr/>
        <a:lstStyle/>
        <a:p>
          <a:endParaRPr lang="hu-HU" sz="1000" spc="0" dirty="0"/>
        </a:p>
      </dgm:t>
    </dgm:pt>
    <dgm:pt modelId="{7E1D7C7D-5E46-4475-9ED0-399B5AFD38E4}" type="sibTrans" cxnId="{E46A450E-1BC7-4110-90F3-1AA334682B6A}">
      <dgm:prSet/>
      <dgm:spPr/>
      <dgm:t>
        <a:bodyPr/>
        <a:lstStyle/>
        <a:p>
          <a:endParaRPr lang="hu-HU" sz="1000" spc="0" dirty="0"/>
        </a:p>
      </dgm:t>
    </dgm:pt>
    <dgm:pt modelId="{6F1AD2B9-A3AE-4A01-B842-660D079B4A06}">
      <dgm:prSet phldrT="[Szöveg]" custT="1"/>
      <dgm:spPr/>
      <dgm:t>
        <a:bodyPr/>
        <a:lstStyle/>
        <a:p>
          <a:r>
            <a:rPr lang="en-US" sz="1000" spc="0" dirty="0"/>
            <a:t>UNIT</a:t>
          </a:r>
          <a:endParaRPr lang="hu-HU" sz="1000" spc="0" dirty="0"/>
        </a:p>
      </dgm:t>
    </dgm:pt>
    <dgm:pt modelId="{A8E981CE-4828-4A75-9A0B-9942EA939CC9}" type="parTrans" cxnId="{86A3A684-B0DE-4458-A8EF-3579ABE28EAA}">
      <dgm:prSet/>
      <dgm:spPr/>
      <dgm:t>
        <a:bodyPr/>
        <a:lstStyle/>
        <a:p>
          <a:endParaRPr lang="hu-HU" sz="1000" spc="0" dirty="0"/>
        </a:p>
      </dgm:t>
    </dgm:pt>
    <dgm:pt modelId="{25D1C4C6-2C02-452D-B4B6-478BFCB72B01}" type="sibTrans" cxnId="{86A3A684-B0DE-4458-A8EF-3579ABE28EAA}">
      <dgm:prSet/>
      <dgm:spPr/>
      <dgm:t>
        <a:bodyPr/>
        <a:lstStyle/>
        <a:p>
          <a:endParaRPr lang="hu-HU" sz="1000" spc="0" dirty="0"/>
        </a:p>
      </dgm:t>
    </dgm:pt>
    <dgm:pt modelId="{A82F51F1-F381-4AB0-AB66-3EA8E7D88196}">
      <dgm:prSet phldrT="[Szöveg]" custT="1"/>
      <dgm:spPr/>
      <dgm:t>
        <a:bodyPr/>
        <a:lstStyle/>
        <a:p>
          <a:r>
            <a:rPr lang="en-US" sz="1000" spc="0" dirty="0"/>
            <a:t>INTEGRATION</a:t>
          </a:r>
          <a:endParaRPr lang="hu-HU" sz="1000" spc="0" dirty="0"/>
        </a:p>
      </dgm:t>
    </dgm:pt>
    <dgm:pt modelId="{F94B3A35-E088-4FFB-A95C-C14F59EB4581}" type="parTrans" cxnId="{D7827AB8-09A4-4F97-818C-7B7AF347F93A}">
      <dgm:prSet/>
      <dgm:spPr/>
      <dgm:t>
        <a:bodyPr/>
        <a:lstStyle/>
        <a:p>
          <a:endParaRPr lang="hu-HU" sz="1000" spc="0" dirty="0"/>
        </a:p>
      </dgm:t>
    </dgm:pt>
    <dgm:pt modelId="{009F2F2F-A77D-4745-8A60-6A43BC9C0242}" type="sibTrans" cxnId="{D7827AB8-09A4-4F97-818C-7B7AF347F93A}">
      <dgm:prSet/>
      <dgm:spPr/>
      <dgm:t>
        <a:bodyPr/>
        <a:lstStyle/>
        <a:p>
          <a:endParaRPr lang="hu-HU" sz="1000" spc="0" dirty="0"/>
        </a:p>
      </dgm:t>
    </dgm:pt>
    <dgm:pt modelId="{9C7F3F1F-8855-402E-84A3-D31559F7457E}" type="pres">
      <dgm:prSet presAssocID="{4C233857-E902-4CC3-8176-D40A4A53E465}" presName="Name0" presStyleCnt="0">
        <dgm:presLayoutVars>
          <dgm:dir/>
        </dgm:presLayoutVars>
      </dgm:prSet>
      <dgm:spPr/>
    </dgm:pt>
    <dgm:pt modelId="{87642B20-84AC-486E-821C-895E3BC49E25}" type="pres">
      <dgm:prSet presAssocID="{4C57996F-5525-4FC5-8662-73726306E77E}" presName="parComposite" presStyleCnt="0"/>
      <dgm:spPr/>
    </dgm:pt>
    <dgm:pt modelId="{65B1BAA8-0A0A-4A66-AEA5-30154ACD2E68}" type="pres">
      <dgm:prSet presAssocID="{4C57996F-5525-4FC5-8662-73726306E77E}" presName="parBigCircle" presStyleLbl="node0" presStyleIdx="0" presStyleCnt="5"/>
      <dgm:spPr>
        <a:solidFill>
          <a:schemeClr val="tx1"/>
        </a:solidFill>
      </dgm:spPr>
    </dgm:pt>
    <dgm:pt modelId="{6080C954-9D43-43A6-880C-681135A3C705}" type="pres">
      <dgm:prSet presAssocID="{4C57996F-5525-4FC5-8662-73726306E77E}" presName="parTx" presStyleLbl="revTx" presStyleIdx="0" presStyleCnt="25"/>
      <dgm:spPr/>
    </dgm:pt>
    <dgm:pt modelId="{CEF194F2-9CE8-46FE-AE65-E65CB8948A6A}" type="pres">
      <dgm:prSet presAssocID="{4C57996F-5525-4FC5-8662-73726306E77E}" presName="bSpace" presStyleCnt="0"/>
      <dgm:spPr/>
    </dgm:pt>
    <dgm:pt modelId="{F0291C20-7446-47BC-B229-F608DE48CF81}" type="pres">
      <dgm:prSet presAssocID="{4C57996F-5525-4FC5-8662-73726306E77E}" presName="parBackupNorm" presStyleCnt="0"/>
      <dgm:spPr/>
    </dgm:pt>
    <dgm:pt modelId="{14E6651D-A605-478B-9C0C-77E383B35E4C}" type="pres">
      <dgm:prSet presAssocID="{B66FDFD8-3BE4-4270-BBE8-9FEABF741876}" presName="parSpace" presStyleCnt="0"/>
      <dgm:spPr/>
    </dgm:pt>
    <dgm:pt modelId="{246C2AD9-9675-4D22-AF54-49117BD9412F}" type="pres">
      <dgm:prSet presAssocID="{684A73A4-6A28-45DB-802F-64B125328CE7}" presName="desBackupLeftNorm" presStyleCnt="0"/>
      <dgm:spPr/>
    </dgm:pt>
    <dgm:pt modelId="{830BABBD-9B33-4047-864E-5CACBDBFCA69}" type="pres">
      <dgm:prSet presAssocID="{684A73A4-6A28-45DB-802F-64B125328CE7}" presName="desComposite" presStyleCnt="0"/>
      <dgm:spPr/>
    </dgm:pt>
    <dgm:pt modelId="{DF2EB46C-77E2-47AD-AE98-D3231986BF28}" type="pres">
      <dgm:prSet presAssocID="{684A73A4-6A28-45DB-802F-64B125328CE7}" presName="desCircle" presStyleLbl="node1" presStyleIdx="0" presStyleCnt="10"/>
      <dgm:spPr>
        <a:solidFill>
          <a:schemeClr val="tx1"/>
        </a:solidFill>
      </dgm:spPr>
    </dgm:pt>
    <dgm:pt modelId="{4C1B357D-D39C-41FE-AA6B-8C6DD4570F0D}" type="pres">
      <dgm:prSet presAssocID="{684A73A4-6A28-45DB-802F-64B125328CE7}" presName="chTx" presStyleLbl="revTx" presStyleIdx="1" presStyleCnt="25"/>
      <dgm:spPr/>
    </dgm:pt>
    <dgm:pt modelId="{0F4E19A4-424E-4DCE-938E-864313C2FFF7}" type="pres">
      <dgm:prSet presAssocID="{684A73A4-6A28-45DB-802F-64B125328CE7}" presName="desTx" presStyleLbl="revTx" presStyleIdx="2" presStyleCnt="25">
        <dgm:presLayoutVars>
          <dgm:bulletEnabled val="1"/>
        </dgm:presLayoutVars>
      </dgm:prSet>
      <dgm:spPr/>
    </dgm:pt>
    <dgm:pt modelId="{9AB4D9C6-E25B-42C4-B25A-6C0C034D2F05}" type="pres">
      <dgm:prSet presAssocID="{684A73A4-6A28-45DB-802F-64B125328CE7}" presName="desBackupRightNorm" presStyleCnt="0"/>
      <dgm:spPr/>
    </dgm:pt>
    <dgm:pt modelId="{89CDE736-75C1-4976-9773-4667345BA27F}" type="pres">
      <dgm:prSet presAssocID="{8332445A-8AD7-4D9A-A741-C5B0D9A3AC31}" presName="desSpace" presStyleCnt="0"/>
      <dgm:spPr/>
    </dgm:pt>
    <dgm:pt modelId="{2279D80C-5592-41D0-AEDA-F95070102549}" type="pres">
      <dgm:prSet presAssocID="{52E542A6-3D89-4840-A479-7FA775430ADA}" presName="desBackupLeftNorm" presStyleCnt="0"/>
      <dgm:spPr/>
    </dgm:pt>
    <dgm:pt modelId="{AFA97513-9BCD-4223-A047-C787E1511B07}" type="pres">
      <dgm:prSet presAssocID="{52E542A6-3D89-4840-A479-7FA775430ADA}" presName="desComposite" presStyleCnt="0"/>
      <dgm:spPr/>
    </dgm:pt>
    <dgm:pt modelId="{028D12C4-E37B-4F17-A0B6-56436A2AE421}" type="pres">
      <dgm:prSet presAssocID="{52E542A6-3D89-4840-A479-7FA775430ADA}" presName="desCircle" presStyleLbl="node1" presStyleIdx="1" presStyleCnt="10"/>
      <dgm:spPr>
        <a:solidFill>
          <a:schemeClr val="tx1"/>
        </a:solidFill>
      </dgm:spPr>
    </dgm:pt>
    <dgm:pt modelId="{B489290A-6993-4D04-B51D-C6843CEE79F8}" type="pres">
      <dgm:prSet presAssocID="{52E542A6-3D89-4840-A479-7FA775430ADA}" presName="chTx" presStyleLbl="revTx" presStyleIdx="3" presStyleCnt="25"/>
      <dgm:spPr/>
    </dgm:pt>
    <dgm:pt modelId="{642F515E-0130-45AE-BB13-2F6AC93FE288}" type="pres">
      <dgm:prSet presAssocID="{52E542A6-3D89-4840-A479-7FA775430ADA}" presName="desTx" presStyleLbl="revTx" presStyleIdx="4" presStyleCnt="25">
        <dgm:presLayoutVars>
          <dgm:bulletEnabled val="1"/>
        </dgm:presLayoutVars>
      </dgm:prSet>
      <dgm:spPr/>
    </dgm:pt>
    <dgm:pt modelId="{58174321-5363-44A9-80EA-68CC724A1872}" type="pres">
      <dgm:prSet presAssocID="{52E542A6-3D89-4840-A479-7FA775430ADA}" presName="desBackupRightNorm" presStyleCnt="0"/>
      <dgm:spPr/>
    </dgm:pt>
    <dgm:pt modelId="{BAB4BE59-8328-4D3C-956B-6F7C58FA9A54}" type="pres">
      <dgm:prSet presAssocID="{E54510B5-B64D-4B6E-A201-C56E70E71D9A}" presName="desSpace" presStyleCnt="0"/>
      <dgm:spPr/>
    </dgm:pt>
    <dgm:pt modelId="{D7A5D0B8-7926-4EB1-9E78-D7134DA7C419}" type="pres">
      <dgm:prSet presAssocID="{08C37421-E5BC-4B27-93BC-B2215C701B2C}" presName="parComposite" presStyleCnt="0"/>
      <dgm:spPr/>
    </dgm:pt>
    <dgm:pt modelId="{C02780DC-166C-4CB2-9B29-7E4990346BDC}" type="pres">
      <dgm:prSet presAssocID="{08C37421-E5BC-4B27-93BC-B2215C701B2C}" presName="parBigCircle" presStyleLbl="node0" presStyleIdx="1" presStyleCnt="5"/>
      <dgm:spPr>
        <a:solidFill>
          <a:schemeClr val="tx1"/>
        </a:solidFill>
      </dgm:spPr>
    </dgm:pt>
    <dgm:pt modelId="{31B95093-FE7B-45C9-9810-4BE2FB869F55}" type="pres">
      <dgm:prSet presAssocID="{08C37421-E5BC-4B27-93BC-B2215C701B2C}" presName="parTx" presStyleLbl="revTx" presStyleIdx="5" presStyleCnt="25" custScaleX="99797"/>
      <dgm:spPr/>
    </dgm:pt>
    <dgm:pt modelId="{0A4F5B0D-D307-4C03-B2C2-67030868E583}" type="pres">
      <dgm:prSet presAssocID="{08C37421-E5BC-4B27-93BC-B2215C701B2C}" presName="bSpace" presStyleCnt="0"/>
      <dgm:spPr/>
    </dgm:pt>
    <dgm:pt modelId="{99D6D0EB-04DE-478E-84A0-38BACEF51D56}" type="pres">
      <dgm:prSet presAssocID="{08C37421-E5BC-4B27-93BC-B2215C701B2C}" presName="parBackupNorm" presStyleCnt="0"/>
      <dgm:spPr/>
    </dgm:pt>
    <dgm:pt modelId="{122E4A26-7923-4229-A937-F4AF29AD2ACA}" type="pres">
      <dgm:prSet presAssocID="{E4C978CA-65EA-4F1C-A303-4D296EB64A53}" presName="parSpace" presStyleCnt="0"/>
      <dgm:spPr/>
    </dgm:pt>
    <dgm:pt modelId="{29ECE08A-D755-4C73-9D09-8862B5222901}" type="pres">
      <dgm:prSet presAssocID="{72FBD8A5-7F8D-44D9-8347-F57116D06B4C}" presName="desBackupLeftNorm" presStyleCnt="0"/>
      <dgm:spPr/>
    </dgm:pt>
    <dgm:pt modelId="{71A4212C-3DA6-4287-AF9B-7CE58F36AA04}" type="pres">
      <dgm:prSet presAssocID="{72FBD8A5-7F8D-44D9-8347-F57116D06B4C}" presName="desComposite" presStyleCnt="0"/>
      <dgm:spPr/>
    </dgm:pt>
    <dgm:pt modelId="{BCF6646A-E49A-4FF4-B832-4742AF6BFB4F}" type="pres">
      <dgm:prSet presAssocID="{72FBD8A5-7F8D-44D9-8347-F57116D06B4C}" presName="desCircle" presStyleLbl="node1" presStyleIdx="2" presStyleCnt="10"/>
      <dgm:spPr>
        <a:solidFill>
          <a:schemeClr val="tx1"/>
        </a:solidFill>
      </dgm:spPr>
    </dgm:pt>
    <dgm:pt modelId="{E72523E4-0BC4-4BF4-A28F-67E24F286572}" type="pres">
      <dgm:prSet presAssocID="{72FBD8A5-7F8D-44D9-8347-F57116D06B4C}" presName="chTx" presStyleLbl="revTx" presStyleIdx="6" presStyleCnt="25"/>
      <dgm:spPr/>
    </dgm:pt>
    <dgm:pt modelId="{56FACF18-FE7B-4A1A-861B-0031CD1A411E}" type="pres">
      <dgm:prSet presAssocID="{72FBD8A5-7F8D-44D9-8347-F57116D06B4C}" presName="desTx" presStyleLbl="revTx" presStyleIdx="7" presStyleCnt="25">
        <dgm:presLayoutVars>
          <dgm:bulletEnabled val="1"/>
        </dgm:presLayoutVars>
      </dgm:prSet>
      <dgm:spPr/>
    </dgm:pt>
    <dgm:pt modelId="{4BB34A58-E357-4671-BA21-E25055AF1DB7}" type="pres">
      <dgm:prSet presAssocID="{72FBD8A5-7F8D-44D9-8347-F57116D06B4C}" presName="desBackupRightNorm" presStyleCnt="0"/>
      <dgm:spPr/>
    </dgm:pt>
    <dgm:pt modelId="{DA31AF4F-302B-47CC-81B3-14651ADB7757}" type="pres">
      <dgm:prSet presAssocID="{3A96E371-CEF8-4647-8C08-28207AB6F03B}" presName="desSpace" presStyleCnt="0"/>
      <dgm:spPr/>
    </dgm:pt>
    <dgm:pt modelId="{369EB3ED-3BFC-4301-BFE2-AB214F2D8D6F}" type="pres">
      <dgm:prSet presAssocID="{311B65AE-FA3C-477E-B4C6-34BB3550D21A}" presName="desBackupLeftNorm" presStyleCnt="0"/>
      <dgm:spPr/>
    </dgm:pt>
    <dgm:pt modelId="{EC010A22-17D2-4339-96A7-52F4D7A651D7}" type="pres">
      <dgm:prSet presAssocID="{311B65AE-FA3C-477E-B4C6-34BB3550D21A}" presName="desComposite" presStyleCnt="0"/>
      <dgm:spPr/>
    </dgm:pt>
    <dgm:pt modelId="{71300C4D-7027-41A7-95BA-94D1A48CBB7D}" type="pres">
      <dgm:prSet presAssocID="{311B65AE-FA3C-477E-B4C6-34BB3550D21A}" presName="desCircle" presStyleLbl="node1" presStyleIdx="3" presStyleCnt="10"/>
      <dgm:spPr>
        <a:solidFill>
          <a:schemeClr val="tx1"/>
        </a:solidFill>
      </dgm:spPr>
    </dgm:pt>
    <dgm:pt modelId="{1E83F70D-9189-4B5F-AD24-7D0FE196B3DE}" type="pres">
      <dgm:prSet presAssocID="{311B65AE-FA3C-477E-B4C6-34BB3550D21A}" presName="chTx" presStyleLbl="revTx" presStyleIdx="8" presStyleCnt="25"/>
      <dgm:spPr/>
    </dgm:pt>
    <dgm:pt modelId="{A57361F9-6FAC-4152-9743-97E803998A40}" type="pres">
      <dgm:prSet presAssocID="{311B65AE-FA3C-477E-B4C6-34BB3550D21A}" presName="desTx" presStyleLbl="revTx" presStyleIdx="9" presStyleCnt="25">
        <dgm:presLayoutVars>
          <dgm:bulletEnabled val="1"/>
        </dgm:presLayoutVars>
      </dgm:prSet>
      <dgm:spPr/>
    </dgm:pt>
    <dgm:pt modelId="{BA010E28-B804-4E41-900C-5113627CEC76}" type="pres">
      <dgm:prSet presAssocID="{311B65AE-FA3C-477E-B4C6-34BB3550D21A}" presName="desBackupRightNorm" presStyleCnt="0"/>
      <dgm:spPr/>
    </dgm:pt>
    <dgm:pt modelId="{A9DB7E5B-650F-49B3-99B3-6EF12645FE16}" type="pres">
      <dgm:prSet presAssocID="{C83FDF65-00B6-4C20-96E0-F7E997B6D2AE}" presName="desSpace" presStyleCnt="0"/>
      <dgm:spPr/>
    </dgm:pt>
    <dgm:pt modelId="{4910842B-E62D-445D-A9E6-2270021B98E4}" type="pres">
      <dgm:prSet presAssocID="{F3FC1FCD-AB93-48C5-9D61-D1E0F2D5B0D6}" presName="parComposite" presStyleCnt="0"/>
      <dgm:spPr/>
    </dgm:pt>
    <dgm:pt modelId="{8B7C9E4B-865C-4BF4-A0D4-48094E7F8FA2}" type="pres">
      <dgm:prSet presAssocID="{F3FC1FCD-AB93-48C5-9D61-D1E0F2D5B0D6}" presName="parBigCircle" presStyleLbl="node0" presStyleIdx="2" presStyleCnt="5"/>
      <dgm:spPr>
        <a:solidFill>
          <a:schemeClr val="tx1"/>
        </a:solidFill>
      </dgm:spPr>
    </dgm:pt>
    <dgm:pt modelId="{119AA209-2AD2-4171-A3E5-3C726032C3B5}" type="pres">
      <dgm:prSet presAssocID="{F3FC1FCD-AB93-48C5-9D61-D1E0F2D5B0D6}" presName="parTx" presStyleLbl="revTx" presStyleIdx="10" presStyleCnt="25"/>
      <dgm:spPr/>
    </dgm:pt>
    <dgm:pt modelId="{A899F9A2-3570-4A68-A624-A9809F9320C6}" type="pres">
      <dgm:prSet presAssocID="{F3FC1FCD-AB93-48C5-9D61-D1E0F2D5B0D6}" presName="bSpace" presStyleCnt="0"/>
      <dgm:spPr/>
    </dgm:pt>
    <dgm:pt modelId="{5CE9291F-6179-4EB1-8A41-F602A1369BCD}" type="pres">
      <dgm:prSet presAssocID="{F3FC1FCD-AB93-48C5-9D61-D1E0F2D5B0D6}" presName="parBackupNorm" presStyleCnt="0"/>
      <dgm:spPr/>
    </dgm:pt>
    <dgm:pt modelId="{13E1889D-50D0-4F3E-8C76-760879BF3FD9}" type="pres">
      <dgm:prSet presAssocID="{67DCB49F-54DC-4395-815F-1602823316A5}" presName="parSpace" presStyleCnt="0"/>
      <dgm:spPr/>
    </dgm:pt>
    <dgm:pt modelId="{AA9B2094-6C64-43D0-91A8-EC26B0104F7B}" type="pres">
      <dgm:prSet presAssocID="{C99707AB-09D4-499E-97DA-CFB9CBDEF34A}" presName="desBackupLeftNorm" presStyleCnt="0"/>
      <dgm:spPr/>
    </dgm:pt>
    <dgm:pt modelId="{BEB6AAF3-2AFD-4AB1-88BF-8FFEF87A8A33}" type="pres">
      <dgm:prSet presAssocID="{C99707AB-09D4-499E-97DA-CFB9CBDEF34A}" presName="desComposite" presStyleCnt="0"/>
      <dgm:spPr/>
    </dgm:pt>
    <dgm:pt modelId="{0FDBD32D-DC81-4176-A100-22299E356021}" type="pres">
      <dgm:prSet presAssocID="{C99707AB-09D4-499E-97DA-CFB9CBDEF34A}" presName="desCircle" presStyleLbl="node1" presStyleIdx="4" presStyleCnt="10"/>
      <dgm:spPr>
        <a:solidFill>
          <a:schemeClr val="tx1"/>
        </a:solidFill>
      </dgm:spPr>
    </dgm:pt>
    <dgm:pt modelId="{2ED3079D-E65A-4B47-ABAB-B2B7422A57AD}" type="pres">
      <dgm:prSet presAssocID="{C99707AB-09D4-499E-97DA-CFB9CBDEF34A}" presName="chTx" presStyleLbl="revTx" presStyleIdx="11" presStyleCnt="25"/>
      <dgm:spPr/>
    </dgm:pt>
    <dgm:pt modelId="{1B031E27-8859-4159-BF46-39F84B4B934E}" type="pres">
      <dgm:prSet presAssocID="{C99707AB-09D4-499E-97DA-CFB9CBDEF34A}" presName="desTx" presStyleLbl="revTx" presStyleIdx="12" presStyleCnt="25">
        <dgm:presLayoutVars>
          <dgm:bulletEnabled val="1"/>
        </dgm:presLayoutVars>
      </dgm:prSet>
      <dgm:spPr/>
    </dgm:pt>
    <dgm:pt modelId="{2B2DF1EC-E0EE-4C51-A9E3-EBE5B4B5DF69}" type="pres">
      <dgm:prSet presAssocID="{C99707AB-09D4-499E-97DA-CFB9CBDEF34A}" presName="desBackupRightNorm" presStyleCnt="0"/>
      <dgm:spPr/>
    </dgm:pt>
    <dgm:pt modelId="{87684021-9F6A-43EF-9687-376DED8042AC}" type="pres">
      <dgm:prSet presAssocID="{5819D56F-CDB6-446A-8EAE-F9AE1EB0F2C1}" presName="desSpace" presStyleCnt="0"/>
      <dgm:spPr/>
    </dgm:pt>
    <dgm:pt modelId="{5497D658-1830-4B16-88E1-59686191C5E9}" type="pres">
      <dgm:prSet presAssocID="{44543ED0-BA0F-45E2-BC4D-23EE92FF3DBE}" presName="desBackupLeftNorm" presStyleCnt="0"/>
      <dgm:spPr/>
    </dgm:pt>
    <dgm:pt modelId="{DC544E7C-85C6-4453-9607-8CF7CABC79E3}" type="pres">
      <dgm:prSet presAssocID="{44543ED0-BA0F-45E2-BC4D-23EE92FF3DBE}" presName="desComposite" presStyleCnt="0"/>
      <dgm:spPr/>
    </dgm:pt>
    <dgm:pt modelId="{EF3CBB48-C1E5-4561-BDDD-282CE64371F8}" type="pres">
      <dgm:prSet presAssocID="{44543ED0-BA0F-45E2-BC4D-23EE92FF3DBE}" presName="desCircle" presStyleLbl="node1" presStyleIdx="5" presStyleCnt="10"/>
      <dgm:spPr>
        <a:solidFill>
          <a:schemeClr val="tx1"/>
        </a:solidFill>
      </dgm:spPr>
    </dgm:pt>
    <dgm:pt modelId="{440966A5-C81B-4346-908B-9FB558AD5E36}" type="pres">
      <dgm:prSet presAssocID="{44543ED0-BA0F-45E2-BC4D-23EE92FF3DBE}" presName="chTx" presStyleLbl="revTx" presStyleIdx="13" presStyleCnt="25"/>
      <dgm:spPr/>
    </dgm:pt>
    <dgm:pt modelId="{8B8500D4-7442-4E7E-BA0D-758F564D947D}" type="pres">
      <dgm:prSet presAssocID="{44543ED0-BA0F-45E2-BC4D-23EE92FF3DBE}" presName="desTx" presStyleLbl="revTx" presStyleIdx="14" presStyleCnt="25">
        <dgm:presLayoutVars>
          <dgm:bulletEnabled val="1"/>
        </dgm:presLayoutVars>
      </dgm:prSet>
      <dgm:spPr/>
    </dgm:pt>
    <dgm:pt modelId="{68F095D6-D555-4363-BA38-AE78AE6A9C08}" type="pres">
      <dgm:prSet presAssocID="{44543ED0-BA0F-45E2-BC4D-23EE92FF3DBE}" presName="desBackupRightNorm" presStyleCnt="0"/>
      <dgm:spPr/>
    </dgm:pt>
    <dgm:pt modelId="{E234E736-D19D-470D-97E5-CC2E3F6095E8}" type="pres">
      <dgm:prSet presAssocID="{5B5E1BB2-9B42-45E3-A972-C54EEED908E1}" presName="desSpace" presStyleCnt="0"/>
      <dgm:spPr/>
    </dgm:pt>
    <dgm:pt modelId="{4D46C5CE-C8EC-49F2-993F-81D46E8FDB30}" type="pres">
      <dgm:prSet presAssocID="{977B80BF-A042-4708-987E-B3A998F0D675}" presName="parComposite" presStyleCnt="0"/>
      <dgm:spPr/>
    </dgm:pt>
    <dgm:pt modelId="{E6F7CC15-B0FB-4110-8990-23AF06A949DE}" type="pres">
      <dgm:prSet presAssocID="{977B80BF-A042-4708-987E-B3A998F0D675}" presName="parBigCircle" presStyleLbl="node0" presStyleIdx="3" presStyleCnt="5"/>
      <dgm:spPr>
        <a:solidFill>
          <a:schemeClr val="tx1"/>
        </a:solidFill>
        <a:ln>
          <a:solidFill>
            <a:schemeClr val="tx1"/>
          </a:solidFill>
        </a:ln>
      </dgm:spPr>
    </dgm:pt>
    <dgm:pt modelId="{B241C915-C1C7-47FF-AA3A-BB4B0AA263B5}" type="pres">
      <dgm:prSet presAssocID="{977B80BF-A042-4708-987E-B3A998F0D675}" presName="parTx" presStyleLbl="revTx" presStyleIdx="15" presStyleCnt="25"/>
      <dgm:spPr/>
    </dgm:pt>
    <dgm:pt modelId="{CA58D5CD-56BC-44C3-A4BE-108FEA96947F}" type="pres">
      <dgm:prSet presAssocID="{977B80BF-A042-4708-987E-B3A998F0D675}" presName="bSpace" presStyleCnt="0"/>
      <dgm:spPr/>
    </dgm:pt>
    <dgm:pt modelId="{38130CA6-B638-41D1-B2AD-F4F44DCA282D}" type="pres">
      <dgm:prSet presAssocID="{977B80BF-A042-4708-987E-B3A998F0D675}" presName="parBackupNorm" presStyleCnt="0"/>
      <dgm:spPr/>
    </dgm:pt>
    <dgm:pt modelId="{2EEE16BC-823A-4315-B5EF-82E9E4929670}" type="pres">
      <dgm:prSet presAssocID="{58411526-CFC2-44D5-A75D-3BE39CA85D63}" presName="parSpace" presStyleCnt="0"/>
      <dgm:spPr/>
    </dgm:pt>
    <dgm:pt modelId="{1FB674DF-EA4E-4386-A2F4-C0459849A482}" type="pres">
      <dgm:prSet presAssocID="{627A3597-ECC9-4202-88F9-E7D8F87DD4D8}" presName="desBackupLeftNorm" presStyleCnt="0"/>
      <dgm:spPr/>
    </dgm:pt>
    <dgm:pt modelId="{D0CE3731-8D98-4782-AAEF-AE26A408DF10}" type="pres">
      <dgm:prSet presAssocID="{627A3597-ECC9-4202-88F9-E7D8F87DD4D8}" presName="desComposite" presStyleCnt="0"/>
      <dgm:spPr/>
    </dgm:pt>
    <dgm:pt modelId="{AD984EC8-C68B-4AD3-AD80-1E2CB60ABA2A}" type="pres">
      <dgm:prSet presAssocID="{627A3597-ECC9-4202-88F9-E7D8F87DD4D8}" presName="desCircle" presStyleLbl="node1" presStyleIdx="6" presStyleCnt="10"/>
      <dgm:spPr>
        <a:solidFill>
          <a:schemeClr val="tx1"/>
        </a:solidFill>
        <a:ln>
          <a:solidFill>
            <a:schemeClr val="tx1"/>
          </a:solidFill>
        </a:ln>
      </dgm:spPr>
    </dgm:pt>
    <dgm:pt modelId="{3F47D32B-E9F4-462D-957E-80876ED32CFB}" type="pres">
      <dgm:prSet presAssocID="{627A3597-ECC9-4202-88F9-E7D8F87DD4D8}" presName="chTx" presStyleLbl="revTx" presStyleIdx="16" presStyleCnt="25"/>
      <dgm:spPr/>
    </dgm:pt>
    <dgm:pt modelId="{0C0AF5E6-407C-4526-B4D2-91B5FE172CB0}" type="pres">
      <dgm:prSet presAssocID="{627A3597-ECC9-4202-88F9-E7D8F87DD4D8}" presName="desTx" presStyleLbl="revTx" presStyleIdx="17" presStyleCnt="25">
        <dgm:presLayoutVars>
          <dgm:bulletEnabled val="1"/>
        </dgm:presLayoutVars>
      </dgm:prSet>
      <dgm:spPr/>
    </dgm:pt>
    <dgm:pt modelId="{169BF5CE-2FEA-4260-B78C-C3D93FC4A0FF}" type="pres">
      <dgm:prSet presAssocID="{627A3597-ECC9-4202-88F9-E7D8F87DD4D8}" presName="desBackupRightNorm" presStyleCnt="0"/>
      <dgm:spPr/>
    </dgm:pt>
    <dgm:pt modelId="{43859729-50E6-430A-ABE7-9BEA4207533E}" type="pres">
      <dgm:prSet presAssocID="{DF1DB739-F292-4AFC-9B7C-A4D2D5CE5038}" presName="desSpace" presStyleCnt="0"/>
      <dgm:spPr/>
    </dgm:pt>
    <dgm:pt modelId="{327B6A49-2AB9-4DF9-97DC-7654AA3B064A}" type="pres">
      <dgm:prSet presAssocID="{2DB75436-F714-4AD7-BCFE-AF592B04BCC3}" presName="desBackupLeftNorm" presStyleCnt="0"/>
      <dgm:spPr/>
    </dgm:pt>
    <dgm:pt modelId="{86826A6D-AA4A-47DB-8D19-72662C58AD21}" type="pres">
      <dgm:prSet presAssocID="{2DB75436-F714-4AD7-BCFE-AF592B04BCC3}" presName="desComposite" presStyleCnt="0"/>
      <dgm:spPr/>
    </dgm:pt>
    <dgm:pt modelId="{280AD8DB-D7EC-483D-BBBC-27567BD83395}" type="pres">
      <dgm:prSet presAssocID="{2DB75436-F714-4AD7-BCFE-AF592B04BCC3}" presName="desCircle" presStyleLbl="node1" presStyleIdx="7" presStyleCnt="10"/>
      <dgm:spPr>
        <a:solidFill>
          <a:schemeClr val="tx1"/>
        </a:solidFill>
        <a:ln>
          <a:solidFill>
            <a:schemeClr val="tx1"/>
          </a:solidFill>
        </a:ln>
      </dgm:spPr>
    </dgm:pt>
    <dgm:pt modelId="{A3984198-748A-449A-9171-966A7A5A0D1A}" type="pres">
      <dgm:prSet presAssocID="{2DB75436-F714-4AD7-BCFE-AF592B04BCC3}" presName="chTx" presStyleLbl="revTx" presStyleIdx="18" presStyleCnt="25"/>
      <dgm:spPr/>
    </dgm:pt>
    <dgm:pt modelId="{1C09B424-6F08-4F25-8FAB-CD2A77108121}" type="pres">
      <dgm:prSet presAssocID="{2DB75436-F714-4AD7-BCFE-AF592B04BCC3}" presName="desTx" presStyleLbl="revTx" presStyleIdx="19" presStyleCnt="25">
        <dgm:presLayoutVars>
          <dgm:bulletEnabled val="1"/>
        </dgm:presLayoutVars>
      </dgm:prSet>
      <dgm:spPr/>
    </dgm:pt>
    <dgm:pt modelId="{5E91CD45-FC98-44EA-94C9-644E9BA7C572}" type="pres">
      <dgm:prSet presAssocID="{2DB75436-F714-4AD7-BCFE-AF592B04BCC3}" presName="desBackupRightNorm" presStyleCnt="0"/>
      <dgm:spPr/>
    </dgm:pt>
    <dgm:pt modelId="{A1C04233-F04B-411D-A9F4-5F8FCC00E37A}" type="pres">
      <dgm:prSet presAssocID="{C0995FF8-687F-47C9-8EAE-2B3D1F694607}" presName="desSpace" presStyleCnt="0"/>
      <dgm:spPr/>
    </dgm:pt>
    <dgm:pt modelId="{00D4E77B-706A-47D9-8213-B48A3B87A5B2}" type="pres">
      <dgm:prSet presAssocID="{B234B3C2-B4D0-408E-B300-568C133281D4}" presName="parComposite" presStyleCnt="0"/>
      <dgm:spPr/>
    </dgm:pt>
    <dgm:pt modelId="{B419367F-BA3E-4D6E-94B4-52FFC899C830}" type="pres">
      <dgm:prSet presAssocID="{B234B3C2-B4D0-408E-B300-568C133281D4}" presName="parBigCircle" presStyleLbl="node0" presStyleIdx="4" presStyleCnt="5"/>
      <dgm:spPr>
        <a:solidFill>
          <a:schemeClr val="tx1"/>
        </a:solidFill>
        <a:ln>
          <a:solidFill>
            <a:schemeClr val="tx1"/>
          </a:solidFill>
        </a:ln>
      </dgm:spPr>
    </dgm:pt>
    <dgm:pt modelId="{1F3DB9F0-7E74-4C5C-AD99-3042D8DA6A39}" type="pres">
      <dgm:prSet presAssocID="{B234B3C2-B4D0-408E-B300-568C133281D4}" presName="parTx" presStyleLbl="revTx" presStyleIdx="20" presStyleCnt="25"/>
      <dgm:spPr/>
    </dgm:pt>
    <dgm:pt modelId="{8C877414-468E-4159-AA0E-A6D52AAB6F20}" type="pres">
      <dgm:prSet presAssocID="{B234B3C2-B4D0-408E-B300-568C133281D4}" presName="bSpace" presStyleCnt="0"/>
      <dgm:spPr/>
    </dgm:pt>
    <dgm:pt modelId="{67308946-2B23-491C-944B-0B6EF2706ACB}" type="pres">
      <dgm:prSet presAssocID="{B234B3C2-B4D0-408E-B300-568C133281D4}" presName="parBackupNorm" presStyleCnt="0"/>
      <dgm:spPr/>
    </dgm:pt>
    <dgm:pt modelId="{29EE0CE7-CE30-48DB-B188-69E70FE64C9E}" type="pres">
      <dgm:prSet presAssocID="{7E1D7C7D-5E46-4475-9ED0-399B5AFD38E4}" presName="parSpace" presStyleCnt="0"/>
      <dgm:spPr/>
    </dgm:pt>
    <dgm:pt modelId="{947B26B7-BAAE-4681-B228-E9971C2E867D}" type="pres">
      <dgm:prSet presAssocID="{6F1AD2B9-A3AE-4A01-B842-660D079B4A06}" presName="desBackupLeftNorm" presStyleCnt="0"/>
      <dgm:spPr/>
    </dgm:pt>
    <dgm:pt modelId="{8327BA02-D873-4856-A099-A493CFDCE044}" type="pres">
      <dgm:prSet presAssocID="{6F1AD2B9-A3AE-4A01-B842-660D079B4A06}" presName="desComposite" presStyleCnt="0"/>
      <dgm:spPr/>
    </dgm:pt>
    <dgm:pt modelId="{7A013844-5434-401C-B2E4-58FE7F879815}" type="pres">
      <dgm:prSet presAssocID="{6F1AD2B9-A3AE-4A01-B842-660D079B4A06}" presName="desCircle" presStyleLbl="node1" presStyleIdx="8" presStyleCnt="10"/>
      <dgm:spPr>
        <a:solidFill>
          <a:schemeClr val="tx1"/>
        </a:solidFill>
        <a:ln>
          <a:solidFill>
            <a:schemeClr val="tx1"/>
          </a:solidFill>
        </a:ln>
      </dgm:spPr>
    </dgm:pt>
    <dgm:pt modelId="{72EC113D-2217-4FA9-96FB-388BDBA32F5F}" type="pres">
      <dgm:prSet presAssocID="{6F1AD2B9-A3AE-4A01-B842-660D079B4A06}" presName="chTx" presStyleLbl="revTx" presStyleIdx="21" presStyleCnt="25"/>
      <dgm:spPr/>
    </dgm:pt>
    <dgm:pt modelId="{6187EB45-EC46-4F47-9C2B-1720D4949812}" type="pres">
      <dgm:prSet presAssocID="{6F1AD2B9-A3AE-4A01-B842-660D079B4A06}" presName="desTx" presStyleLbl="revTx" presStyleIdx="22" presStyleCnt="25">
        <dgm:presLayoutVars>
          <dgm:bulletEnabled val="1"/>
        </dgm:presLayoutVars>
      </dgm:prSet>
      <dgm:spPr/>
    </dgm:pt>
    <dgm:pt modelId="{A02C6710-0192-4AE5-8752-48CB3E5D4AF6}" type="pres">
      <dgm:prSet presAssocID="{6F1AD2B9-A3AE-4A01-B842-660D079B4A06}" presName="desBackupRightNorm" presStyleCnt="0"/>
      <dgm:spPr/>
    </dgm:pt>
    <dgm:pt modelId="{EEAF5EF7-6247-4AB9-B809-D2B21D1B732E}" type="pres">
      <dgm:prSet presAssocID="{25D1C4C6-2C02-452D-B4B6-478BFCB72B01}" presName="desSpace" presStyleCnt="0"/>
      <dgm:spPr/>
    </dgm:pt>
    <dgm:pt modelId="{63E86F45-13A0-40F1-82C8-0370BD871AC1}" type="pres">
      <dgm:prSet presAssocID="{A82F51F1-F381-4AB0-AB66-3EA8E7D88196}" presName="desBackupLeftNorm" presStyleCnt="0"/>
      <dgm:spPr/>
    </dgm:pt>
    <dgm:pt modelId="{24EEDE0F-94B8-42E8-A1EA-593169D56FC3}" type="pres">
      <dgm:prSet presAssocID="{A82F51F1-F381-4AB0-AB66-3EA8E7D88196}" presName="desComposite" presStyleCnt="0"/>
      <dgm:spPr/>
    </dgm:pt>
    <dgm:pt modelId="{B6AC4075-8B11-4B3A-B849-D429C807C374}" type="pres">
      <dgm:prSet presAssocID="{A82F51F1-F381-4AB0-AB66-3EA8E7D88196}" presName="desCircle" presStyleLbl="node1" presStyleIdx="9" presStyleCnt="10"/>
      <dgm:spPr>
        <a:solidFill>
          <a:schemeClr val="tx1"/>
        </a:solidFill>
        <a:ln>
          <a:solidFill>
            <a:schemeClr val="tx1"/>
          </a:solidFill>
        </a:ln>
      </dgm:spPr>
    </dgm:pt>
    <dgm:pt modelId="{89065EBE-5416-4539-B7F5-7501B6D064E5}" type="pres">
      <dgm:prSet presAssocID="{A82F51F1-F381-4AB0-AB66-3EA8E7D88196}" presName="chTx" presStyleLbl="revTx" presStyleIdx="23" presStyleCnt="25"/>
      <dgm:spPr/>
    </dgm:pt>
    <dgm:pt modelId="{369FD2DF-3736-408D-BDDB-6DC28E0348E9}" type="pres">
      <dgm:prSet presAssocID="{A82F51F1-F381-4AB0-AB66-3EA8E7D88196}" presName="desTx" presStyleLbl="revTx" presStyleIdx="24" presStyleCnt="25">
        <dgm:presLayoutVars>
          <dgm:bulletEnabled val="1"/>
        </dgm:presLayoutVars>
      </dgm:prSet>
      <dgm:spPr/>
    </dgm:pt>
    <dgm:pt modelId="{97ADF503-44D5-4836-B306-9515DD501466}" type="pres">
      <dgm:prSet presAssocID="{A82F51F1-F381-4AB0-AB66-3EA8E7D88196}" presName="desBackupRightNorm" presStyleCnt="0"/>
      <dgm:spPr/>
    </dgm:pt>
    <dgm:pt modelId="{4CC77C75-D247-4814-9B69-1294A0584992}" type="pres">
      <dgm:prSet presAssocID="{009F2F2F-A77D-4745-8A60-6A43BC9C0242}" presName="desSpace" presStyleCnt="0"/>
      <dgm:spPr/>
    </dgm:pt>
  </dgm:ptLst>
  <dgm:cxnLst>
    <dgm:cxn modelId="{E46A450E-1BC7-4110-90F3-1AA334682B6A}" srcId="{4C233857-E902-4CC3-8176-D40A4A53E465}" destId="{B234B3C2-B4D0-408E-B300-568C133281D4}" srcOrd="4" destOrd="0" parTransId="{8A8295F5-D7A5-462E-90A4-AB5B03266882}" sibTransId="{7E1D7C7D-5E46-4475-9ED0-399B5AFD38E4}"/>
    <dgm:cxn modelId="{2B3A9D14-ED44-44F8-95C9-AD056F6CB89B}" srcId="{977B80BF-A042-4708-987E-B3A998F0D675}" destId="{627A3597-ECC9-4202-88F9-E7D8F87DD4D8}" srcOrd="0" destOrd="0" parTransId="{E34AFBA5-57D3-4A50-BD39-B7EF94625EB9}" sibTransId="{DF1DB739-F292-4AFC-9B7C-A4D2D5CE5038}"/>
    <dgm:cxn modelId="{69A5901C-820A-4EB5-8EC4-20EA149BC9E4}" type="presOf" srcId="{52E542A6-3D89-4840-A479-7FA775430ADA}" destId="{B489290A-6993-4D04-B51D-C6843CEE79F8}" srcOrd="0" destOrd="0" presId="urn:microsoft.com/office/officeart/2008/layout/CircleAccentTimeline"/>
    <dgm:cxn modelId="{B91BFD27-D015-4429-8A88-7F3F234E9C58}" srcId="{08C37421-E5BC-4B27-93BC-B2215C701B2C}" destId="{72FBD8A5-7F8D-44D9-8347-F57116D06B4C}" srcOrd="0" destOrd="0" parTransId="{BC30C3CA-455D-4BE2-B929-6BFD3CB625EA}" sibTransId="{3A96E371-CEF8-4647-8C08-28207AB6F03B}"/>
    <dgm:cxn modelId="{93E8C52B-33B5-441A-83EA-49C9276A857A}" type="presOf" srcId="{F3FC1FCD-AB93-48C5-9D61-D1E0F2D5B0D6}" destId="{119AA209-2AD2-4171-A3E5-3C726032C3B5}" srcOrd="0" destOrd="0" presId="urn:microsoft.com/office/officeart/2008/layout/CircleAccentTimeline"/>
    <dgm:cxn modelId="{D66C712F-55D2-48EA-9820-187EB00069EA}" type="presOf" srcId="{2DB75436-F714-4AD7-BCFE-AF592B04BCC3}" destId="{A3984198-748A-449A-9171-966A7A5A0D1A}" srcOrd="0" destOrd="0" presId="urn:microsoft.com/office/officeart/2008/layout/CircleAccentTimeline"/>
    <dgm:cxn modelId="{E37E2535-9060-495D-9F43-69AE47425482}" srcId="{08C37421-E5BC-4B27-93BC-B2215C701B2C}" destId="{311B65AE-FA3C-477E-B4C6-34BB3550D21A}" srcOrd="1" destOrd="0" parTransId="{0D8DBD35-BD59-461E-A07B-F99A8110B066}" sibTransId="{C83FDF65-00B6-4C20-96E0-F7E997B6D2AE}"/>
    <dgm:cxn modelId="{D993CD37-DC21-40B4-96A2-EE7C4C142776}" type="presOf" srcId="{4C233857-E902-4CC3-8176-D40A4A53E465}" destId="{9C7F3F1F-8855-402E-84A3-D31559F7457E}" srcOrd="0" destOrd="0" presId="urn:microsoft.com/office/officeart/2008/layout/CircleAccentTimeline"/>
    <dgm:cxn modelId="{7AB65438-23D9-4D18-B5A4-DF2E6253C027}" srcId="{F3FC1FCD-AB93-48C5-9D61-D1E0F2D5B0D6}" destId="{C99707AB-09D4-499E-97DA-CFB9CBDEF34A}" srcOrd="0" destOrd="0" parTransId="{1810204D-1D9C-4DE6-A270-24FBEA44A71C}" sibTransId="{5819D56F-CDB6-446A-8EAE-F9AE1EB0F2C1}"/>
    <dgm:cxn modelId="{9775D73C-110D-4B7B-8FA7-1AA37ED5B609}" srcId="{F3FC1FCD-AB93-48C5-9D61-D1E0F2D5B0D6}" destId="{44543ED0-BA0F-45E2-BC4D-23EE92FF3DBE}" srcOrd="1" destOrd="0" parTransId="{07935A21-B00A-4417-BE87-67E4BD51DC18}" sibTransId="{5B5E1BB2-9B42-45E3-A972-C54EEED908E1}"/>
    <dgm:cxn modelId="{2207E05B-F3E2-4498-AB00-BFDF5AB5E506}" type="presOf" srcId="{6F1AD2B9-A3AE-4A01-B842-660D079B4A06}" destId="{72EC113D-2217-4FA9-96FB-388BDBA32F5F}" srcOrd="0" destOrd="0" presId="urn:microsoft.com/office/officeart/2008/layout/CircleAccentTimeline"/>
    <dgm:cxn modelId="{D4B19142-E43E-435E-9B54-806741B313C6}" srcId="{4C57996F-5525-4FC5-8662-73726306E77E}" destId="{684A73A4-6A28-45DB-802F-64B125328CE7}" srcOrd="0" destOrd="0" parTransId="{46360EBC-C9C0-46FD-8721-9C4403150AD0}" sibTransId="{8332445A-8AD7-4D9A-A741-C5B0D9A3AC31}"/>
    <dgm:cxn modelId="{669EAD44-F994-45F1-8539-1CBF35F2E7A9}" type="presOf" srcId="{311B65AE-FA3C-477E-B4C6-34BB3550D21A}" destId="{1E83F70D-9189-4B5F-AD24-7D0FE196B3DE}" srcOrd="0" destOrd="0" presId="urn:microsoft.com/office/officeart/2008/layout/CircleAccentTimeline"/>
    <dgm:cxn modelId="{24C71A49-CF10-4F09-B575-3430048BAAD2}" srcId="{4C233857-E902-4CC3-8176-D40A4A53E465}" destId="{977B80BF-A042-4708-987E-B3A998F0D675}" srcOrd="3" destOrd="0" parTransId="{7C4F059E-380C-4C28-B324-14E4BB91CA6A}" sibTransId="{58411526-CFC2-44D5-A75D-3BE39CA85D63}"/>
    <dgm:cxn modelId="{CA14C57C-E59C-4860-A893-29E4767B4246}" srcId="{4C233857-E902-4CC3-8176-D40A4A53E465}" destId="{4C57996F-5525-4FC5-8662-73726306E77E}" srcOrd="0" destOrd="0" parTransId="{81777145-5749-477D-9A36-B7C617BB2B74}" sibTransId="{B66FDFD8-3BE4-4270-BBE8-9FEABF741876}"/>
    <dgm:cxn modelId="{9AC71C82-81D6-4130-A849-E5D24F867DA0}" type="presOf" srcId="{72FBD8A5-7F8D-44D9-8347-F57116D06B4C}" destId="{E72523E4-0BC4-4BF4-A28F-67E24F286572}" srcOrd="0" destOrd="0" presId="urn:microsoft.com/office/officeart/2008/layout/CircleAccentTimeline"/>
    <dgm:cxn modelId="{86A3A684-B0DE-4458-A8EF-3579ABE28EAA}" srcId="{B234B3C2-B4D0-408E-B300-568C133281D4}" destId="{6F1AD2B9-A3AE-4A01-B842-660D079B4A06}" srcOrd="0" destOrd="0" parTransId="{A8E981CE-4828-4A75-9A0B-9942EA939CC9}" sibTransId="{25D1C4C6-2C02-452D-B4B6-478BFCB72B01}"/>
    <dgm:cxn modelId="{41EE3E8B-BBE9-49C3-8123-C7403FDD964B}" srcId="{4C233857-E902-4CC3-8176-D40A4A53E465}" destId="{F3FC1FCD-AB93-48C5-9D61-D1E0F2D5B0D6}" srcOrd="2" destOrd="0" parTransId="{14BAB7DD-BF55-4EFF-828D-7B2408D8913E}" sibTransId="{67DCB49F-54DC-4395-815F-1602823316A5}"/>
    <dgm:cxn modelId="{9F74448B-97D1-434D-B9DA-9DA44BF4C2FE}" type="presOf" srcId="{A82F51F1-F381-4AB0-AB66-3EA8E7D88196}" destId="{89065EBE-5416-4539-B7F5-7501B6D064E5}" srcOrd="0" destOrd="0" presId="urn:microsoft.com/office/officeart/2008/layout/CircleAccentTimeline"/>
    <dgm:cxn modelId="{F01F7B8C-C7A9-4E46-97F3-C68341AAB1CE}" type="presOf" srcId="{44543ED0-BA0F-45E2-BC4D-23EE92FF3DBE}" destId="{440966A5-C81B-4346-908B-9FB558AD5E36}" srcOrd="0" destOrd="0" presId="urn:microsoft.com/office/officeart/2008/layout/CircleAccentTimeline"/>
    <dgm:cxn modelId="{AFC1048F-468E-4A91-B7FB-12C13B1F42D5}" srcId="{4C57996F-5525-4FC5-8662-73726306E77E}" destId="{52E542A6-3D89-4840-A479-7FA775430ADA}" srcOrd="1" destOrd="0" parTransId="{CEA25FCF-4E0F-4BA7-8C74-CC5CC59F7CB6}" sibTransId="{E54510B5-B64D-4B6E-A201-C56E70E71D9A}"/>
    <dgm:cxn modelId="{3DC5698F-A4FB-4546-93A4-B4BD384D0819}" type="presOf" srcId="{977B80BF-A042-4708-987E-B3A998F0D675}" destId="{B241C915-C1C7-47FF-AA3A-BB4B0AA263B5}" srcOrd="0" destOrd="0" presId="urn:microsoft.com/office/officeart/2008/layout/CircleAccentTimeline"/>
    <dgm:cxn modelId="{DFB5BA94-0FCA-4FDA-BBFC-8EA4FD8BFD08}" type="presOf" srcId="{684A73A4-6A28-45DB-802F-64B125328CE7}" destId="{4C1B357D-D39C-41FE-AA6B-8C6DD4570F0D}" srcOrd="0" destOrd="0" presId="urn:microsoft.com/office/officeart/2008/layout/CircleAccentTimeline"/>
    <dgm:cxn modelId="{43E6959E-B352-4419-AB15-353A70BBAAE0}" type="presOf" srcId="{4C57996F-5525-4FC5-8662-73726306E77E}" destId="{6080C954-9D43-43A6-880C-681135A3C705}" srcOrd="0" destOrd="0" presId="urn:microsoft.com/office/officeart/2008/layout/CircleAccentTimeline"/>
    <dgm:cxn modelId="{DFC1F0A8-BAEE-440D-9451-81A606075A7C}" type="presOf" srcId="{C99707AB-09D4-499E-97DA-CFB9CBDEF34A}" destId="{2ED3079D-E65A-4B47-ABAB-B2B7422A57AD}" srcOrd="0" destOrd="0" presId="urn:microsoft.com/office/officeart/2008/layout/CircleAccentTimeline"/>
    <dgm:cxn modelId="{D7827AB8-09A4-4F97-818C-7B7AF347F93A}" srcId="{B234B3C2-B4D0-408E-B300-568C133281D4}" destId="{A82F51F1-F381-4AB0-AB66-3EA8E7D88196}" srcOrd="1" destOrd="0" parTransId="{F94B3A35-E088-4FFB-A95C-C14F59EB4581}" sibTransId="{009F2F2F-A77D-4745-8A60-6A43BC9C0242}"/>
    <dgm:cxn modelId="{D9AE38BE-45CB-46D1-B153-7E4ECD1209B1}" type="presOf" srcId="{627A3597-ECC9-4202-88F9-E7D8F87DD4D8}" destId="{3F47D32B-E9F4-462D-957E-80876ED32CFB}" srcOrd="0" destOrd="0" presId="urn:microsoft.com/office/officeart/2008/layout/CircleAccentTimeline"/>
    <dgm:cxn modelId="{7FBB8FC6-3AF9-4173-B766-3E71679DC339}" type="presOf" srcId="{B234B3C2-B4D0-408E-B300-568C133281D4}" destId="{1F3DB9F0-7E74-4C5C-AD99-3042D8DA6A39}" srcOrd="0" destOrd="0" presId="urn:microsoft.com/office/officeart/2008/layout/CircleAccentTimeline"/>
    <dgm:cxn modelId="{F740CBD7-613C-414E-BD0A-7BECDA1112B7}" srcId="{977B80BF-A042-4708-987E-B3A998F0D675}" destId="{2DB75436-F714-4AD7-BCFE-AF592B04BCC3}" srcOrd="1" destOrd="0" parTransId="{6F87D16E-95D4-4443-8FCA-C67FD96F831A}" sibTransId="{C0995FF8-687F-47C9-8EAE-2B3D1F694607}"/>
    <dgm:cxn modelId="{A54143E2-9EBF-4463-95CC-B465A8FDD508}" srcId="{4C233857-E902-4CC3-8176-D40A4A53E465}" destId="{08C37421-E5BC-4B27-93BC-B2215C701B2C}" srcOrd="1" destOrd="0" parTransId="{1C318968-8D95-4593-B13A-4204874CCCF6}" sibTransId="{E4C978CA-65EA-4F1C-A303-4D296EB64A53}"/>
    <dgm:cxn modelId="{291BB8F6-B3AC-45E4-9DEE-DDBD8C9BEEA9}" type="presOf" srcId="{08C37421-E5BC-4B27-93BC-B2215C701B2C}" destId="{31B95093-FE7B-45C9-9810-4BE2FB869F55}" srcOrd="0" destOrd="0" presId="urn:microsoft.com/office/officeart/2008/layout/CircleAccentTimeline"/>
    <dgm:cxn modelId="{71359C89-A2BD-461C-B88A-C5EFF05EF02A}" type="presParOf" srcId="{9C7F3F1F-8855-402E-84A3-D31559F7457E}" destId="{87642B20-84AC-486E-821C-895E3BC49E25}" srcOrd="0" destOrd="0" presId="urn:microsoft.com/office/officeart/2008/layout/CircleAccentTimeline"/>
    <dgm:cxn modelId="{F1F1C488-3535-4B14-86A9-59A25DAB8FAE}" type="presParOf" srcId="{87642B20-84AC-486E-821C-895E3BC49E25}" destId="{65B1BAA8-0A0A-4A66-AEA5-30154ACD2E68}" srcOrd="0" destOrd="0" presId="urn:microsoft.com/office/officeart/2008/layout/CircleAccentTimeline"/>
    <dgm:cxn modelId="{FCA8123F-B85D-4E42-AE6E-E52DDD096631}" type="presParOf" srcId="{87642B20-84AC-486E-821C-895E3BC49E25}" destId="{6080C954-9D43-43A6-880C-681135A3C705}" srcOrd="1" destOrd="0" presId="urn:microsoft.com/office/officeart/2008/layout/CircleAccentTimeline"/>
    <dgm:cxn modelId="{DB33A160-5515-4D8E-992D-205A0E310282}" type="presParOf" srcId="{87642B20-84AC-486E-821C-895E3BC49E25}" destId="{CEF194F2-9CE8-46FE-AE65-E65CB8948A6A}" srcOrd="2" destOrd="0" presId="urn:microsoft.com/office/officeart/2008/layout/CircleAccentTimeline"/>
    <dgm:cxn modelId="{43696AE4-279D-4B58-BC3E-9AFD3EF6DE9B}" type="presParOf" srcId="{9C7F3F1F-8855-402E-84A3-D31559F7457E}" destId="{F0291C20-7446-47BC-B229-F608DE48CF81}" srcOrd="1" destOrd="0" presId="urn:microsoft.com/office/officeart/2008/layout/CircleAccentTimeline"/>
    <dgm:cxn modelId="{E13EA34F-A361-469C-B837-C0B351AD07E1}" type="presParOf" srcId="{9C7F3F1F-8855-402E-84A3-D31559F7457E}" destId="{14E6651D-A605-478B-9C0C-77E383B35E4C}" srcOrd="2" destOrd="0" presId="urn:microsoft.com/office/officeart/2008/layout/CircleAccentTimeline"/>
    <dgm:cxn modelId="{D58D9FBB-7910-4F7C-B525-8AE686F2A8DB}" type="presParOf" srcId="{9C7F3F1F-8855-402E-84A3-D31559F7457E}" destId="{246C2AD9-9675-4D22-AF54-49117BD9412F}" srcOrd="3" destOrd="0" presId="urn:microsoft.com/office/officeart/2008/layout/CircleAccentTimeline"/>
    <dgm:cxn modelId="{ABB351D3-0620-42D6-A116-76A57B9A3331}" type="presParOf" srcId="{9C7F3F1F-8855-402E-84A3-D31559F7457E}" destId="{830BABBD-9B33-4047-864E-5CACBDBFCA69}" srcOrd="4" destOrd="0" presId="urn:microsoft.com/office/officeart/2008/layout/CircleAccentTimeline"/>
    <dgm:cxn modelId="{A16549B5-76CA-4470-AAE3-0C8D8F5D568B}" type="presParOf" srcId="{830BABBD-9B33-4047-864E-5CACBDBFCA69}" destId="{DF2EB46C-77E2-47AD-AE98-D3231986BF28}" srcOrd="0" destOrd="0" presId="urn:microsoft.com/office/officeart/2008/layout/CircleAccentTimeline"/>
    <dgm:cxn modelId="{01A737F5-1A76-4A96-B4C3-CEB5A11372D3}" type="presParOf" srcId="{830BABBD-9B33-4047-864E-5CACBDBFCA69}" destId="{4C1B357D-D39C-41FE-AA6B-8C6DD4570F0D}" srcOrd="1" destOrd="0" presId="urn:microsoft.com/office/officeart/2008/layout/CircleAccentTimeline"/>
    <dgm:cxn modelId="{79775E4D-EE9D-49E0-995E-F53D3D06D2B5}" type="presParOf" srcId="{830BABBD-9B33-4047-864E-5CACBDBFCA69}" destId="{0F4E19A4-424E-4DCE-938E-864313C2FFF7}" srcOrd="2" destOrd="0" presId="urn:microsoft.com/office/officeart/2008/layout/CircleAccentTimeline"/>
    <dgm:cxn modelId="{C659656B-7E41-4720-B978-46F5498E6971}" type="presParOf" srcId="{9C7F3F1F-8855-402E-84A3-D31559F7457E}" destId="{9AB4D9C6-E25B-42C4-B25A-6C0C034D2F05}" srcOrd="5" destOrd="0" presId="urn:microsoft.com/office/officeart/2008/layout/CircleAccentTimeline"/>
    <dgm:cxn modelId="{0ACF7E19-63B5-4D87-8833-E502E43E131C}" type="presParOf" srcId="{9C7F3F1F-8855-402E-84A3-D31559F7457E}" destId="{89CDE736-75C1-4976-9773-4667345BA27F}" srcOrd="6" destOrd="0" presId="urn:microsoft.com/office/officeart/2008/layout/CircleAccentTimeline"/>
    <dgm:cxn modelId="{B517B518-F6BA-4CE1-A8C0-87C1A4F8E385}" type="presParOf" srcId="{9C7F3F1F-8855-402E-84A3-D31559F7457E}" destId="{2279D80C-5592-41D0-AEDA-F95070102549}" srcOrd="7" destOrd="0" presId="urn:microsoft.com/office/officeart/2008/layout/CircleAccentTimeline"/>
    <dgm:cxn modelId="{04C7A7E5-5946-4A11-B3C0-7AE6F9B990F6}" type="presParOf" srcId="{9C7F3F1F-8855-402E-84A3-D31559F7457E}" destId="{AFA97513-9BCD-4223-A047-C787E1511B07}" srcOrd="8" destOrd="0" presId="urn:microsoft.com/office/officeart/2008/layout/CircleAccentTimeline"/>
    <dgm:cxn modelId="{201A2BE0-947E-496B-BD6F-7E3367FD2F01}" type="presParOf" srcId="{AFA97513-9BCD-4223-A047-C787E1511B07}" destId="{028D12C4-E37B-4F17-A0B6-56436A2AE421}" srcOrd="0" destOrd="0" presId="urn:microsoft.com/office/officeart/2008/layout/CircleAccentTimeline"/>
    <dgm:cxn modelId="{4C2C7EDB-B561-4ACE-AB9C-F1AB61CB113D}" type="presParOf" srcId="{AFA97513-9BCD-4223-A047-C787E1511B07}" destId="{B489290A-6993-4D04-B51D-C6843CEE79F8}" srcOrd="1" destOrd="0" presId="urn:microsoft.com/office/officeart/2008/layout/CircleAccentTimeline"/>
    <dgm:cxn modelId="{EFA182AD-5EB2-4F20-B00B-6EEBC17A7F1E}" type="presParOf" srcId="{AFA97513-9BCD-4223-A047-C787E1511B07}" destId="{642F515E-0130-45AE-BB13-2F6AC93FE288}" srcOrd="2" destOrd="0" presId="urn:microsoft.com/office/officeart/2008/layout/CircleAccentTimeline"/>
    <dgm:cxn modelId="{0F6BEE3C-4DA3-46D9-9B56-5C3CCCC886E8}" type="presParOf" srcId="{9C7F3F1F-8855-402E-84A3-D31559F7457E}" destId="{58174321-5363-44A9-80EA-68CC724A1872}" srcOrd="9" destOrd="0" presId="urn:microsoft.com/office/officeart/2008/layout/CircleAccentTimeline"/>
    <dgm:cxn modelId="{D2041C21-177E-4706-8FA8-9069FE0B9D25}" type="presParOf" srcId="{9C7F3F1F-8855-402E-84A3-D31559F7457E}" destId="{BAB4BE59-8328-4D3C-956B-6F7C58FA9A54}" srcOrd="10" destOrd="0" presId="urn:microsoft.com/office/officeart/2008/layout/CircleAccentTimeline"/>
    <dgm:cxn modelId="{42C0CE31-174D-42B4-9D10-86D11BCD13B0}" type="presParOf" srcId="{9C7F3F1F-8855-402E-84A3-D31559F7457E}" destId="{D7A5D0B8-7926-4EB1-9E78-D7134DA7C419}" srcOrd="11" destOrd="0" presId="urn:microsoft.com/office/officeart/2008/layout/CircleAccentTimeline"/>
    <dgm:cxn modelId="{1B57F78C-91CF-4031-AA21-37AB1C497376}" type="presParOf" srcId="{D7A5D0B8-7926-4EB1-9E78-D7134DA7C419}" destId="{C02780DC-166C-4CB2-9B29-7E4990346BDC}" srcOrd="0" destOrd="0" presId="urn:microsoft.com/office/officeart/2008/layout/CircleAccentTimeline"/>
    <dgm:cxn modelId="{4FFAD5F5-B9DC-4071-8920-D7CE0B3BB459}" type="presParOf" srcId="{D7A5D0B8-7926-4EB1-9E78-D7134DA7C419}" destId="{31B95093-FE7B-45C9-9810-4BE2FB869F55}" srcOrd="1" destOrd="0" presId="urn:microsoft.com/office/officeart/2008/layout/CircleAccentTimeline"/>
    <dgm:cxn modelId="{ABFE6873-2334-495D-897D-E4177CEDD6EA}" type="presParOf" srcId="{D7A5D0B8-7926-4EB1-9E78-D7134DA7C419}" destId="{0A4F5B0D-D307-4C03-B2C2-67030868E583}" srcOrd="2" destOrd="0" presId="urn:microsoft.com/office/officeart/2008/layout/CircleAccentTimeline"/>
    <dgm:cxn modelId="{91178C94-343B-4EE7-A554-6ECC287B17F5}" type="presParOf" srcId="{9C7F3F1F-8855-402E-84A3-D31559F7457E}" destId="{99D6D0EB-04DE-478E-84A0-38BACEF51D56}" srcOrd="12" destOrd="0" presId="urn:microsoft.com/office/officeart/2008/layout/CircleAccentTimeline"/>
    <dgm:cxn modelId="{61A6B414-FFE6-4A7E-A5D0-B16A6BCB6E0D}" type="presParOf" srcId="{9C7F3F1F-8855-402E-84A3-D31559F7457E}" destId="{122E4A26-7923-4229-A937-F4AF29AD2ACA}" srcOrd="13" destOrd="0" presId="urn:microsoft.com/office/officeart/2008/layout/CircleAccentTimeline"/>
    <dgm:cxn modelId="{2B5089BA-F8FC-49D6-93B2-DE62210E145A}" type="presParOf" srcId="{9C7F3F1F-8855-402E-84A3-D31559F7457E}" destId="{29ECE08A-D755-4C73-9D09-8862B5222901}" srcOrd="14" destOrd="0" presId="urn:microsoft.com/office/officeart/2008/layout/CircleAccentTimeline"/>
    <dgm:cxn modelId="{8E8EDE1E-483A-4D75-9A4B-7B72B0D33E51}" type="presParOf" srcId="{9C7F3F1F-8855-402E-84A3-D31559F7457E}" destId="{71A4212C-3DA6-4287-AF9B-7CE58F36AA04}" srcOrd="15" destOrd="0" presId="urn:microsoft.com/office/officeart/2008/layout/CircleAccentTimeline"/>
    <dgm:cxn modelId="{C1D59DF3-AF10-48E0-AAFD-0C1BD6AC9C59}" type="presParOf" srcId="{71A4212C-3DA6-4287-AF9B-7CE58F36AA04}" destId="{BCF6646A-E49A-4FF4-B832-4742AF6BFB4F}" srcOrd="0" destOrd="0" presId="urn:microsoft.com/office/officeart/2008/layout/CircleAccentTimeline"/>
    <dgm:cxn modelId="{1AF4CDDF-95B1-463B-B405-AE68CFE248F7}" type="presParOf" srcId="{71A4212C-3DA6-4287-AF9B-7CE58F36AA04}" destId="{E72523E4-0BC4-4BF4-A28F-67E24F286572}" srcOrd="1" destOrd="0" presId="urn:microsoft.com/office/officeart/2008/layout/CircleAccentTimeline"/>
    <dgm:cxn modelId="{EAC895E6-F38C-4C9E-B51E-68ED517771A8}" type="presParOf" srcId="{71A4212C-3DA6-4287-AF9B-7CE58F36AA04}" destId="{56FACF18-FE7B-4A1A-861B-0031CD1A411E}" srcOrd="2" destOrd="0" presId="urn:microsoft.com/office/officeart/2008/layout/CircleAccentTimeline"/>
    <dgm:cxn modelId="{FE085B6F-114A-421C-8E3B-B65270DFC361}" type="presParOf" srcId="{9C7F3F1F-8855-402E-84A3-D31559F7457E}" destId="{4BB34A58-E357-4671-BA21-E25055AF1DB7}" srcOrd="16" destOrd="0" presId="urn:microsoft.com/office/officeart/2008/layout/CircleAccentTimeline"/>
    <dgm:cxn modelId="{D6C6EB26-A327-4BA3-BB6D-DABBAC4CDB70}" type="presParOf" srcId="{9C7F3F1F-8855-402E-84A3-D31559F7457E}" destId="{DA31AF4F-302B-47CC-81B3-14651ADB7757}" srcOrd="17" destOrd="0" presId="urn:microsoft.com/office/officeart/2008/layout/CircleAccentTimeline"/>
    <dgm:cxn modelId="{5515214B-DCAE-4C20-88E5-708075DCAC71}" type="presParOf" srcId="{9C7F3F1F-8855-402E-84A3-D31559F7457E}" destId="{369EB3ED-3BFC-4301-BFE2-AB214F2D8D6F}" srcOrd="18" destOrd="0" presId="urn:microsoft.com/office/officeart/2008/layout/CircleAccentTimeline"/>
    <dgm:cxn modelId="{2F979BA0-078B-490F-B453-FB657DCDCAF2}" type="presParOf" srcId="{9C7F3F1F-8855-402E-84A3-D31559F7457E}" destId="{EC010A22-17D2-4339-96A7-52F4D7A651D7}" srcOrd="19" destOrd="0" presId="urn:microsoft.com/office/officeart/2008/layout/CircleAccentTimeline"/>
    <dgm:cxn modelId="{B0BCCDB1-6F12-49B6-A82B-9820060FCC16}" type="presParOf" srcId="{EC010A22-17D2-4339-96A7-52F4D7A651D7}" destId="{71300C4D-7027-41A7-95BA-94D1A48CBB7D}" srcOrd="0" destOrd="0" presId="urn:microsoft.com/office/officeart/2008/layout/CircleAccentTimeline"/>
    <dgm:cxn modelId="{05099B07-E7FC-43A3-85BF-638E1DF3D03B}" type="presParOf" srcId="{EC010A22-17D2-4339-96A7-52F4D7A651D7}" destId="{1E83F70D-9189-4B5F-AD24-7D0FE196B3DE}" srcOrd="1" destOrd="0" presId="urn:microsoft.com/office/officeart/2008/layout/CircleAccentTimeline"/>
    <dgm:cxn modelId="{5AD6301F-A18B-4012-8955-EE88169A8E60}" type="presParOf" srcId="{EC010A22-17D2-4339-96A7-52F4D7A651D7}" destId="{A57361F9-6FAC-4152-9743-97E803998A40}" srcOrd="2" destOrd="0" presId="urn:microsoft.com/office/officeart/2008/layout/CircleAccentTimeline"/>
    <dgm:cxn modelId="{DDFEE4AB-CF9A-4986-B9FF-ADE233345A6B}" type="presParOf" srcId="{9C7F3F1F-8855-402E-84A3-D31559F7457E}" destId="{BA010E28-B804-4E41-900C-5113627CEC76}" srcOrd="20" destOrd="0" presId="urn:microsoft.com/office/officeart/2008/layout/CircleAccentTimeline"/>
    <dgm:cxn modelId="{78A27F81-8C3E-4A35-873A-6F65BBADDD8F}" type="presParOf" srcId="{9C7F3F1F-8855-402E-84A3-D31559F7457E}" destId="{A9DB7E5B-650F-49B3-99B3-6EF12645FE16}" srcOrd="21" destOrd="0" presId="urn:microsoft.com/office/officeart/2008/layout/CircleAccentTimeline"/>
    <dgm:cxn modelId="{4F19E215-77AF-4B9A-AD6C-29F9CF06CC82}" type="presParOf" srcId="{9C7F3F1F-8855-402E-84A3-D31559F7457E}" destId="{4910842B-E62D-445D-A9E6-2270021B98E4}" srcOrd="22" destOrd="0" presId="urn:microsoft.com/office/officeart/2008/layout/CircleAccentTimeline"/>
    <dgm:cxn modelId="{FE4AA6A7-BC47-4BEE-8369-43AA4F633124}" type="presParOf" srcId="{4910842B-E62D-445D-A9E6-2270021B98E4}" destId="{8B7C9E4B-865C-4BF4-A0D4-48094E7F8FA2}" srcOrd="0" destOrd="0" presId="urn:microsoft.com/office/officeart/2008/layout/CircleAccentTimeline"/>
    <dgm:cxn modelId="{85323301-09A8-4F1E-805B-9D35D361C74B}" type="presParOf" srcId="{4910842B-E62D-445D-A9E6-2270021B98E4}" destId="{119AA209-2AD2-4171-A3E5-3C726032C3B5}" srcOrd="1" destOrd="0" presId="urn:microsoft.com/office/officeart/2008/layout/CircleAccentTimeline"/>
    <dgm:cxn modelId="{404AD588-CB03-401F-99BD-E6E5D98CC49D}" type="presParOf" srcId="{4910842B-E62D-445D-A9E6-2270021B98E4}" destId="{A899F9A2-3570-4A68-A624-A9809F9320C6}" srcOrd="2" destOrd="0" presId="urn:microsoft.com/office/officeart/2008/layout/CircleAccentTimeline"/>
    <dgm:cxn modelId="{510A459B-F682-46C8-BDA2-4A52F232EAE5}" type="presParOf" srcId="{9C7F3F1F-8855-402E-84A3-D31559F7457E}" destId="{5CE9291F-6179-4EB1-8A41-F602A1369BCD}" srcOrd="23" destOrd="0" presId="urn:microsoft.com/office/officeart/2008/layout/CircleAccentTimeline"/>
    <dgm:cxn modelId="{9B143EA4-9EEB-48B7-80B4-FDC88B042AF9}" type="presParOf" srcId="{9C7F3F1F-8855-402E-84A3-D31559F7457E}" destId="{13E1889D-50D0-4F3E-8C76-760879BF3FD9}" srcOrd="24" destOrd="0" presId="urn:microsoft.com/office/officeart/2008/layout/CircleAccentTimeline"/>
    <dgm:cxn modelId="{52EDF5AD-4646-4C86-B5CD-7F033D101CA3}" type="presParOf" srcId="{9C7F3F1F-8855-402E-84A3-D31559F7457E}" destId="{AA9B2094-6C64-43D0-91A8-EC26B0104F7B}" srcOrd="25" destOrd="0" presId="urn:microsoft.com/office/officeart/2008/layout/CircleAccentTimeline"/>
    <dgm:cxn modelId="{CEC31566-4DD4-4A5B-9CDE-CFD9BC28126D}" type="presParOf" srcId="{9C7F3F1F-8855-402E-84A3-D31559F7457E}" destId="{BEB6AAF3-2AFD-4AB1-88BF-8FFEF87A8A33}" srcOrd="26" destOrd="0" presId="urn:microsoft.com/office/officeart/2008/layout/CircleAccentTimeline"/>
    <dgm:cxn modelId="{BD42A177-AC19-491C-91D0-5A90390C67C3}" type="presParOf" srcId="{BEB6AAF3-2AFD-4AB1-88BF-8FFEF87A8A33}" destId="{0FDBD32D-DC81-4176-A100-22299E356021}" srcOrd="0" destOrd="0" presId="urn:microsoft.com/office/officeart/2008/layout/CircleAccentTimeline"/>
    <dgm:cxn modelId="{2B18F9A6-E6D1-4830-872D-A8101C98604F}" type="presParOf" srcId="{BEB6AAF3-2AFD-4AB1-88BF-8FFEF87A8A33}" destId="{2ED3079D-E65A-4B47-ABAB-B2B7422A57AD}" srcOrd="1" destOrd="0" presId="urn:microsoft.com/office/officeart/2008/layout/CircleAccentTimeline"/>
    <dgm:cxn modelId="{ABB56974-175E-4965-BE0C-223B7E138711}" type="presParOf" srcId="{BEB6AAF3-2AFD-4AB1-88BF-8FFEF87A8A33}" destId="{1B031E27-8859-4159-BF46-39F84B4B934E}" srcOrd="2" destOrd="0" presId="urn:microsoft.com/office/officeart/2008/layout/CircleAccentTimeline"/>
    <dgm:cxn modelId="{4110BFE5-852D-45BB-A4DD-7B7CD52BE0D7}" type="presParOf" srcId="{9C7F3F1F-8855-402E-84A3-D31559F7457E}" destId="{2B2DF1EC-E0EE-4C51-A9E3-EBE5B4B5DF69}" srcOrd="27" destOrd="0" presId="urn:microsoft.com/office/officeart/2008/layout/CircleAccentTimeline"/>
    <dgm:cxn modelId="{66A66320-00A2-424D-BD0E-275C641D21A4}" type="presParOf" srcId="{9C7F3F1F-8855-402E-84A3-D31559F7457E}" destId="{87684021-9F6A-43EF-9687-376DED8042AC}" srcOrd="28" destOrd="0" presId="urn:microsoft.com/office/officeart/2008/layout/CircleAccentTimeline"/>
    <dgm:cxn modelId="{3453FE2B-57A1-40F1-B45A-10B432BC9B1E}" type="presParOf" srcId="{9C7F3F1F-8855-402E-84A3-D31559F7457E}" destId="{5497D658-1830-4B16-88E1-59686191C5E9}" srcOrd="29" destOrd="0" presId="urn:microsoft.com/office/officeart/2008/layout/CircleAccentTimeline"/>
    <dgm:cxn modelId="{B5294266-528D-42ED-9CA0-9674FD609745}" type="presParOf" srcId="{9C7F3F1F-8855-402E-84A3-D31559F7457E}" destId="{DC544E7C-85C6-4453-9607-8CF7CABC79E3}" srcOrd="30" destOrd="0" presId="urn:microsoft.com/office/officeart/2008/layout/CircleAccentTimeline"/>
    <dgm:cxn modelId="{25983B5D-AD17-4858-B244-53FA101F3CAF}" type="presParOf" srcId="{DC544E7C-85C6-4453-9607-8CF7CABC79E3}" destId="{EF3CBB48-C1E5-4561-BDDD-282CE64371F8}" srcOrd="0" destOrd="0" presId="urn:microsoft.com/office/officeart/2008/layout/CircleAccentTimeline"/>
    <dgm:cxn modelId="{554059FB-2545-44F1-9F1F-F8600445E8DC}" type="presParOf" srcId="{DC544E7C-85C6-4453-9607-8CF7CABC79E3}" destId="{440966A5-C81B-4346-908B-9FB558AD5E36}" srcOrd="1" destOrd="0" presId="urn:microsoft.com/office/officeart/2008/layout/CircleAccentTimeline"/>
    <dgm:cxn modelId="{A48DACDB-291B-452D-B696-ACCDFF964798}" type="presParOf" srcId="{DC544E7C-85C6-4453-9607-8CF7CABC79E3}" destId="{8B8500D4-7442-4E7E-BA0D-758F564D947D}" srcOrd="2" destOrd="0" presId="urn:microsoft.com/office/officeart/2008/layout/CircleAccentTimeline"/>
    <dgm:cxn modelId="{FF993E8F-36D7-4B43-B3A5-6A7B37937C4D}" type="presParOf" srcId="{9C7F3F1F-8855-402E-84A3-D31559F7457E}" destId="{68F095D6-D555-4363-BA38-AE78AE6A9C08}" srcOrd="31" destOrd="0" presId="urn:microsoft.com/office/officeart/2008/layout/CircleAccentTimeline"/>
    <dgm:cxn modelId="{AF49ED71-80D8-490F-BE04-DBE71DAF8CE3}" type="presParOf" srcId="{9C7F3F1F-8855-402E-84A3-D31559F7457E}" destId="{E234E736-D19D-470D-97E5-CC2E3F6095E8}" srcOrd="32" destOrd="0" presId="urn:microsoft.com/office/officeart/2008/layout/CircleAccentTimeline"/>
    <dgm:cxn modelId="{B0560351-547E-4EBF-BCC9-F200445B78AB}" type="presParOf" srcId="{9C7F3F1F-8855-402E-84A3-D31559F7457E}" destId="{4D46C5CE-C8EC-49F2-993F-81D46E8FDB30}" srcOrd="33" destOrd="0" presId="urn:microsoft.com/office/officeart/2008/layout/CircleAccentTimeline"/>
    <dgm:cxn modelId="{B4BF6636-34F8-4F8B-9480-257E98653FD0}" type="presParOf" srcId="{4D46C5CE-C8EC-49F2-993F-81D46E8FDB30}" destId="{E6F7CC15-B0FB-4110-8990-23AF06A949DE}" srcOrd="0" destOrd="0" presId="urn:microsoft.com/office/officeart/2008/layout/CircleAccentTimeline"/>
    <dgm:cxn modelId="{212AF932-8AD5-4B5C-A048-418FA947D9C1}" type="presParOf" srcId="{4D46C5CE-C8EC-49F2-993F-81D46E8FDB30}" destId="{B241C915-C1C7-47FF-AA3A-BB4B0AA263B5}" srcOrd="1" destOrd="0" presId="urn:microsoft.com/office/officeart/2008/layout/CircleAccentTimeline"/>
    <dgm:cxn modelId="{CB5B0DE0-4424-4B25-822E-B8807CA6E8B3}" type="presParOf" srcId="{4D46C5CE-C8EC-49F2-993F-81D46E8FDB30}" destId="{CA58D5CD-56BC-44C3-A4BE-108FEA96947F}" srcOrd="2" destOrd="0" presId="urn:microsoft.com/office/officeart/2008/layout/CircleAccentTimeline"/>
    <dgm:cxn modelId="{3DA67C82-0E3E-4C5A-A635-31C6D86393C9}" type="presParOf" srcId="{9C7F3F1F-8855-402E-84A3-D31559F7457E}" destId="{38130CA6-B638-41D1-B2AD-F4F44DCA282D}" srcOrd="34" destOrd="0" presId="urn:microsoft.com/office/officeart/2008/layout/CircleAccentTimeline"/>
    <dgm:cxn modelId="{6EE3CD1B-711D-4990-9A47-B45FA0E8DCCA}" type="presParOf" srcId="{9C7F3F1F-8855-402E-84A3-D31559F7457E}" destId="{2EEE16BC-823A-4315-B5EF-82E9E4929670}" srcOrd="35" destOrd="0" presId="urn:microsoft.com/office/officeart/2008/layout/CircleAccentTimeline"/>
    <dgm:cxn modelId="{C0E449AA-8EC4-43EF-8138-E2E3C39DFD93}" type="presParOf" srcId="{9C7F3F1F-8855-402E-84A3-D31559F7457E}" destId="{1FB674DF-EA4E-4386-A2F4-C0459849A482}" srcOrd="36" destOrd="0" presId="urn:microsoft.com/office/officeart/2008/layout/CircleAccentTimeline"/>
    <dgm:cxn modelId="{98245E97-937D-4ABB-9A2F-7957DCD67BFE}" type="presParOf" srcId="{9C7F3F1F-8855-402E-84A3-D31559F7457E}" destId="{D0CE3731-8D98-4782-AAEF-AE26A408DF10}" srcOrd="37" destOrd="0" presId="urn:microsoft.com/office/officeart/2008/layout/CircleAccentTimeline"/>
    <dgm:cxn modelId="{07C3AF3E-A518-4E98-9E16-C32E0330F7A0}" type="presParOf" srcId="{D0CE3731-8D98-4782-AAEF-AE26A408DF10}" destId="{AD984EC8-C68B-4AD3-AD80-1E2CB60ABA2A}" srcOrd="0" destOrd="0" presId="urn:microsoft.com/office/officeart/2008/layout/CircleAccentTimeline"/>
    <dgm:cxn modelId="{0A36CD1A-CF43-48AE-8E06-FB21F051861A}" type="presParOf" srcId="{D0CE3731-8D98-4782-AAEF-AE26A408DF10}" destId="{3F47D32B-E9F4-462D-957E-80876ED32CFB}" srcOrd="1" destOrd="0" presId="urn:microsoft.com/office/officeart/2008/layout/CircleAccentTimeline"/>
    <dgm:cxn modelId="{F066B32A-3925-4F9E-91F1-395513BF75EF}" type="presParOf" srcId="{D0CE3731-8D98-4782-AAEF-AE26A408DF10}" destId="{0C0AF5E6-407C-4526-B4D2-91B5FE172CB0}" srcOrd="2" destOrd="0" presId="urn:microsoft.com/office/officeart/2008/layout/CircleAccentTimeline"/>
    <dgm:cxn modelId="{F57C255C-7AA4-4C05-90E4-18D94ED68DCC}" type="presParOf" srcId="{9C7F3F1F-8855-402E-84A3-D31559F7457E}" destId="{169BF5CE-2FEA-4260-B78C-C3D93FC4A0FF}" srcOrd="38" destOrd="0" presId="urn:microsoft.com/office/officeart/2008/layout/CircleAccentTimeline"/>
    <dgm:cxn modelId="{C751EBFB-0A2E-4BBB-8E41-AD89D71414CE}" type="presParOf" srcId="{9C7F3F1F-8855-402E-84A3-D31559F7457E}" destId="{43859729-50E6-430A-ABE7-9BEA4207533E}" srcOrd="39" destOrd="0" presId="urn:microsoft.com/office/officeart/2008/layout/CircleAccentTimeline"/>
    <dgm:cxn modelId="{F71C0112-05CC-41F0-B3CB-7CA49950F789}" type="presParOf" srcId="{9C7F3F1F-8855-402E-84A3-D31559F7457E}" destId="{327B6A49-2AB9-4DF9-97DC-7654AA3B064A}" srcOrd="40" destOrd="0" presId="urn:microsoft.com/office/officeart/2008/layout/CircleAccentTimeline"/>
    <dgm:cxn modelId="{63F8E8A4-9A5A-439E-8969-17D2B50589F2}" type="presParOf" srcId="{9C7F3F1F-8855-402E-84A3-D31559F7457E}" destId="{86826A6D-AA4A-47DB-8D19-72662C58AD21}" srcOrd="41" destOrd="0" presId="urn:microsoft.com/office/officeart/2008/layout/CircleAccentTimeline"/>
    <dgm:cxn modelId="{2EDA5E2A-6EB4-4380-8C5B-61E712295C00}" type="presParOf" srcId="{86826A6D-AA4A-47DB-8D19-72662C58AD21}" destId="{280AD8DB-D7EC-483D-BBBC-27567BD83395}" srcOrd="0" destOrd="0" presId="urn:microsoft.com/office/officeart/2008/layout/CircleAccentTimeline"/>
    <dgm:cxn modelId="{44DF4C5F-40D2-41C9-9D72-76A27EDB35AF}" type="presParOf" srcId="{86826A6D-AA4A-47DB-8D19-72662C58AD21}" destId="{A3984198-748A-449A-9171-966A7A5A0D1A}" srcOrd="1" destOrd="0" presId="urn:microsoft.com/office/officeart/2008/layout/CircleAccentTimeline"/>
    <dgm:cxn modelId="{89F59790-0219-48E3-9E50-7B46C60B7FBA}" type="presParOf" srcId="{86826A6D-AA4A-47DB-8D19-72662C58AD21}" destId="{1C09B424-6F08-4F25-8FAB-CD2A77108121}" srcOrd="2" destOrd="0" presId="urn:microsoft.com/office/officeart/2008/layout/CircleAccentTimeline"/>
    <dgm:cxn modelId="{2FFDC407-D29B-4974-8848-3D51C42A3FE2}" type="presParOf" srcId="{9C7F3F1F-8855-402E-84A3-D31559F7457E}" destId="{5E91CD45-FC98-44EA-94C9-644E9BA7C572}" srcOrd="42" destOrd="0" presId="urn:microsoft.com/office/officeart/2008/layout/CircleAccentTimeline"/>
    <dgm:cxn modelId="{5A99258C-2633-40CA-B3D1-DB6C23785791}" type="presParOf" srcId="{9C7F3F1F-8855-402E-84A3-D31559F7457E}" destId="{A1C04233-F04B-411D-A9F4-5F8FCC00E37A}" srcOrd="43" destOrd="0" presId="urn:microsoft.com/office/officeart/2008/layout/CircleAccentTimeline"/>
    <dgm:cxn modelId="{56B1615E-C58A-4AEF-B1D4-D582D9AC856E}" type="presParOf" srcId="{9C7F3F1F-8855-402E-84A3-D31559F7457E}" destId="{00D4E77B-706A-47D9-8213-B48A3B87A5B2}" srcOrd="44" destOrd="0" presId="urn:microsoft.com/office/officeart/2008/layout/CircleAccentTimeline"/>
    <dgm:cxn modelId="{FD6BAC98-F066-4C38-9A08-ECE6D452F1BB}" type="presParOf" srcId="{00D4E77B-706A-47D9-8213-B48A3B87A5B2}" destId="{B419367F-BA3E-4D6E-94B4-52FFC899C830}" srcOrd="0" destOrd="0" presId="urn:microsoft.com/office/officeart/2008/layout/CircleAccentTimeline"/>
    <dgm:cxn modelId="{92127974-DA08-469B-923E-8178510CB821}" type="presParOf" srcId="{00D4E77B-706A-47D9-8213-B48A3B87A5B2}" destId="{1F3DB9F0-7E74-4C5C-AD99-3042D8DA6A39}" srcOrd="1" destOrd="0" presId="urn:microsoft.com/office/officeart/2008/layout/CircleAccentTimeline"/>
    <dgm:cxn modelId="{282183F7-18AA-47A8-A0C4-CFB06A43B169}" type="presParOf" srcId="{00D4E77B-706A-47D9-8213-B48A3B87A5B2}" destId="{8C877414-468E-4159-AA0E-A6D52AAB6F20}" srcOrd="2" destOrd="0" presId="urn:microsoft.com/office/officeart/2008/layout/CircleAccentTimeline"/>
    <dgm:cxn modelId="{91C0232C-70E4-4B98-97D4-43575E08A3DA}" type="presParOf" srcId="{9C7F3F1F-8855-402E-84A3-D31559F7457E}" destId="{67308946-2B23-491C-944B-0B6EF2706ACB}" srcOrd="45" destOrd="0" presId="urn:microsoft.com/office/officeart/2008/layout/CircleAccentTimeline"/>
    <dgm:cxn modelId="{089225DB-E9D7-45BE-B707-DB918A725492}" type="presParOf" srcId="{9C7F3F1F-8855-402E-84A3-D31559F7457E}" destId="{29EE0CE7-CE30-48DB-B188-69E70FE64C9E}" srcOrd="46" destOrd="0" presId="urn:microsoft.com/office/officeart/2008/layout/CircleAccentTimeline"/>
    <dgm:cxn modelId="{CF141F50-ECAE-4B70-885E-1C66C4381C77}" type="presParOf" srcId="{9C7F3F1F-8855-402E-84A3-D31559F7457E}" destId="{947B26B7-BAAE-4681-B228-E9971C2E867D}" srcOrd="47" destOrd="0" presId="urn:microsoft.com/office/officeart/2008/layout/CircleAccentTimeline"/>
    <dgm:cxn modelId="{6AEBC5E2-F056-4B9B-8CF3-272D99A07E3A}" type="presParOf" srcId="{9C7F3F1F-8855-402E-84A3-D31559F7457E}" destId="{8327BA02-D873-4856-A099-A493CFDCE044}" srcOrd="48" destOrd="0" presId="urn:microsoft.com/office/officeart/2008/layout/CircleAccentTimeline"/>
    <dgm:cxn modelId="{6D1125BB-4B1A-411A-85F2-6134E7648AF7}" type="presParOf" srcId="{8327BA02-D873-4856-A099-A493CFDCE044}" destId="{7A013844-5434-401C-B2E4-58FE7F879815}" srcOrd="0" destOrd="0" presId="urn:microsoft.com/office/officeart/2008/layout/CircleAccentTimeline"/>
    <dgm:cxn modelId="{338DB85C-9C9B-4A68-A8E2-885564ABE2BC}" type="presParOf" srcId="{8327BA02-D873-4856-A099-A493CFDCE044}" destId="{72EC113D-2217-4FA9-96FB-388BDBA32F5F}" srcOrd="1" destOrd="0" presId="urn:microsoft.com/office/officeart/2008/layout/CircleAccentTimeline"/>
    <dgm:cxn modelId="{EE01ADE9-8D2F-4D54-B57D-5F251F371E2E}" type="presParOf" srcId="{8327BA02-D873-4856-A099-A493CFDCE044}" destId="{6187EB45-EC46-4F47-9C2B-1720D4949812}" srcOrd="2" destOrd="0" presId="urn:microsoft.com/office/officeart/2008/layout/CircleAccentTimeline"/>
    <dgm:cxn modelId="{7F3F3A6F-B5A9-458A-A78C-182771938165}" type="presParOf" srcId="{9C7F3F1F-8855-402E-84A3-D31559F7457E}" destId="{A02C6710-0192-4AE5-8752-48CB3E5D4AF6}" srcOrd="49" destOrd="0" presId="urn:microsoft.com/office/officeart/2008/layout/CircleAccentTimeline"/>
    <dgm:cxn modelId="{04AF3976-9430-4EB7-AB85-5B237B8FDC4D}" type="presParOf" srcId="{9C7F3F1F-8855-402E-84A3-D31559F7457E}" destId="{EEAF5EF7-6247-4AB9-B809-D2B21D1B732E}" srcOrd="50" destOrd="0" presId="urn:microsoft.com/office/officeart/2008/layout/CircleAccentTimeline"/>
    <dgm:cxn modelId="{66955CA6-9050-434A-8941-63CF8B387A27}" type="presParOf" srcId="{9C7F3F1F-8855-402E-84A3-D31559F7457E}" destId="{63E86F45-13A0-40F1-82C8-0370BD871AC1}" srcOrd="51" destOrd="0" presId="urn:microsoft.com/office/officeart/2008/layout/CircleAccentTimeline"/>
    <dgm:cxn modelId="{612FBB63-CB37-4D75-972B-D2B8551B7C42}" type="presParOf" srcId="{9C7F3F1F-8855-402E-84A3-D31559F7457E}" destId="{24EEDE0F-94B8-42E8-A1EA-593169D56FC3}" srcOrd="52" destOrd="0" presId="urn:microsoft.com/office/officeart/2008/layout/CircleAccentTimeline"/>
    <dgm:cxn modelId="{783E4260-B425-4355-A742-DA20C9A98BD9}" type="presParOf" srcId="{24EEDE0F-94B8-42E8-A1EA-593169D56FC3}" destId="{B6AC4075-8B11-4B3A-B849-D429C807C374}" srcOrd="0" destOrd="0" presId="urn:microsoft.com/office/officeart/2008/layout/CircleAccentTimeline"/>
    <dgm:cxn modelId="{C3F83206-729E-44B0-9E3D-9C41F1116E9E}" type="presParOf" srcId="{24EEDE0F-94B8-42E8-A1EA-593169D56FC3}" destId="{89065EBE-5416-4539-B7F5-7501B6D064E5}" srcOrd="1" destOrd="0" presId="urn:microsoft.com/office/officeart/2008/layout/CircleAccentTimeline"/>
    <dgm:cxn modelId="{F4D54690-2BAD-45EC-B5F1-D82E245117BF}" type="presParOf" srcId="{24EEDE0F-94B8-42E8-A1EA-593169D56FC3}" destId="{369FD2DF-3736-408D-BDDB-6DC28E0348E9}" srcOrd="2" destOrd="0" presId="urn:microsoft.com/office/officeart/2008/layout/CircleAccentTimeline"/>
    <dgm:cxn modelId="{F8286CCA-C697-41E3-AED1-B2AC30D509BD}" type="presParOf" srcId="{9C7F3F1F-8855-402E-84A3-D31559F7457E}" destId="{97ADF503-44D5-4836-B306-9515DD501466}" srcOrd="53" destOrd="0" presId="urn:microsoft.com/office/officeart/2008/layout/CircleAccentTimeline"/>
    <dgm:cxn modelId="{CF5FF0AB-6732-4B4F-BBC4-203E2703BD99}" type="presParOf" srcId="{9C7F3F1F-8855-402E-84A3-D31559F7457E}" destId="{4CC77C75-D247-4814-9B69-1294A0584992}" srcOrd="54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AF43B-C5DC-4EE9-B673-533EC3B2E4E4}">
      <dsp:nvSpPr>
        <dsp:cNvPr id="0" name=""/>
        <dsp:cNvSpPr/>
      </dsp:nvSpPr>
      <dsp:spPr>
        <a:xfrm>
          <a:off x="467651" y="834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Database design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467651" y="834"/>
        <a:ext cx="1723803" cy="1034281"/>
      </dsp:txXfrm>
    </dsp:sp>
    <dsp:sp modelId="{D2D6DA30-B546-4BC0-9EDD-76B977BF4669}">
      <dsp:nvSpPr>
        <dsp:cNvPr id="0" name=""/>
        <dsp:cNvSpPr/>
      </dsp:nvSpPr>
      <dsp:spPr>
        <a:xfrm>
          <a:off x="2363834" y="834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Flowcharts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2363834" y="834"/>
        <a:ext cx="1723803" cy="1034281"/>
      </dsp:txXfrm>
    </dsp:sp>
    <dsp:sp modelId="{D242AF68-6E85-47CC-B140-5D66B228CC20}">
      <dsp:nvSpPr>
        <dsp:cNvPr id="0" name=""/>
        <dsp:cNvSpPr/>
      </dsp:nvSpPr>
      <dsp:spPr>
        <a:xfrm>
          <a:off x="467651" y="1207496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Pseudocode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467651" y="1207496"/>
        <a:ext cx="1723803" cy="1034281"/>
      </dsp:txXfrm>
    </dsp:sp>
    <dsp:sp modelId="{4F62B5A6-D307-4A5E-92D7-0A42ABBD5EFA}">
      <dsp:nvSpPr>
        <dsp:cNvPr id="0" name=""/>
        <dsp:cNvSpPr/>
      </dsp:nvSpPr>
      <dsp:spPr>
        <a:xfrm>
          <a:off x="2363834" y="1207496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Cloud functions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2363834" y="1207496"/>
        <a:ext cx="1723803" cy="1034281"/>
      </dsp:txXfrm>
    </dsp:sp>
    <dsp:sp modelId="{25B70585-0262-4B14-AAAC-21C36A7AC301}">
      <dsp:nvSpPr>
        <dsp:cNvPr id="0" name=""/>
        <dsp:cNvSpPr/>
      </dsp:nvSpPr>
      <dsp:spPr>
        <a:xfrm>
          <a:off x="1415742" y="2414158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Security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1415742" y="2414158"/>
        <a:ext cx="1723803" cy="10342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AF43B-C5DC-4EE9-B673-533EC3B2E4E4}">
      <dsp:nvSpPr>
        <dsp:cNvPr id="0" name=""/>
        <dsp:cNvSpPr/>
      </dsp:nvSpPr>
      <dsp:spPr>
        <a:xfrm>
          <a:off x="439" y="197453"/>
          <a:ext cx="1712643" cy="1027586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Testing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439" y="197453"/>
        <a:ext cx="1712643" cy="1027586"/>
      </dsp:txXfrm>
    </dsp:sp>
    <dsp:sp modelId="{D2D6DA30-B546-4BC0-9EDD-76B977BF4669}">
      <dsp:nvSpPr>
        <dsp:cNvPr id="0" name=""/>
        <dsp:cNvSpPr/>
      </dsp:nvSpPr>
      <dsp:spPr>
        <a:xfrm>
          <a:off x="1884347" y="197453"/>
          <a:ext cx="1712643" cy="1027586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SWOT</a:t>
          </a:r>
          <a:r>
            <a:rPr lang="en-US" sz="2500" kern="1200" dirty="0">
              <a:solidFill>
                <a:schemeClr val="tx1"/>
              </a:solidFill>
            </a:rPr>
            <a:t> </a:t>
          </a: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Analysis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1884347" y="197453"/>
        <a:ext cx="1712643" cy="1027586"/>
      </dsp:txXfrm>
    </dsp:sp>
    <dsp:sp modelId="{D242AF68-6E85-47CC-B140-5D66B228CC20}">
      <dsp:nvSpPr>
        <dsp:cNvPr id="0" name=""/>
        <dsp:cNvSpPr/>
      </dsp:nvSpPr>
      <dsp:spPr>
        <a:xfrm>
          <a:off x="942393" y="1396304"/>
          <a:ext cx="1712643" cy="1027586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Project Roadmap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942393" y="1396304"/>
        <a:ext cx="1712643" cy="1027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AF43B-C5DC-4EE9-B673-533EC3B2E4E4}">
      <dsp:nvSpPr>
        <dsp:cNvPr id="0" name=""/>
        <dsp:cNvSpPr/>
      </dsp:nvSpPr>
      <dsp:spPr>
        <a:xfrm>
          <a:off x="467651" y="834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Problem Statement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467651" y="834"/>
        <a:ext cx="1723803" cy="1034281"/>
      </dsp:txXfrm>
    </dsp:sp>
    <dsp:sp modelId="{D2D6DA30-B546-4BC0-9EDD-76B977BF4669}">
      <dsp:nvSpPr>
        <dsp:cNvPr id="0" name=""/>
        <dsp:cNvSpPr/>
      </dsp:nvSpPr>
      <dsp:spPr>
        <a:xfrm>
          <a:off x="2363834" y="834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Solution Overview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2363834" y="834"/>
        <a:ext cx="1723803" cy="1034281"/>
      </dsp:txXfrm>
    </dsp:sp>
    <dsp:sp modelId="{D242AF68-6E85-47CC-B140-5D66B228CC20}">
      <dsp:nvSpPr>
        <dsp:cNvPr id="0" name=""/>
        <dsp:cNvSpPr/>
      </dsp:nvSpPr>
      <dsp:spPr>
        <a:xfrm>
          <a:off x="467651" y="1207496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Project Requirements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467651" y="1207496"/>
        <a:ext cx="1723803" cy="1034281"/>
      </dsp:txXfrm>
    </dsp:sp>
    <dsp:sp modelId="{4F62B5A6-D307-4A5E-92D7-0A42ABBD5EFA}">
      <dsp:nvSpPr>
        <dsp:cNvPr id="0" name=""/>
        <dsp:cNvSpPr/>
      </dsp:nvSpPr>
      <dsp:spPr>
        <a:xfrm>
          <a:off x="2363834" y="1207496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Technology Stack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2363834" y="1207496"/>
        <a:ext cx="1723803" cy="1034281"/>
      </dsp:txXfrm>
    </dsp:sp>
    <dsp:sp modelId="{25B70585-0262-4B14-AAAC-21C36A7AC301}">
      <dsp:nvSpPr>
        <dsp:cNvPr id="0" name=""/>
        <dsp:cNvSpPr/>
      </dsp:nvSpPr>
      <dsp:spPr>
        <a:xfrm>
          <a:off x="1415742" y="2414158"/>
          <a:ext cx="1723803" cy="1034281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0" dirty="0">
              <a:solidFill>
                <a:srgbClr val="FFFFFF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System Architecture</a:t>
          </a:r>
          <a:endParaRPr lang="hu-HU" sz="1500" b="1" kern="1200" cap="all" spc="0" dirty="0">
            <a:solidFill>
              <a:srgbClr val="FFFFFF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1415742" y="2414158"/>
        <a:ext cx="1723803" cy="10342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512CB-EC5A-421A-A8B5-A328BD51A42A}">
      <dsp:nvSpPr>
        <dsp:cNvPr id="0" name=""/>
        <dsp:cNvSpPr/>
      </dsp:nvSpPr>
      <dsp:spPr>
        <a:xfrm>
          <a:off x="0" y="33145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2B708-1A3F-4C19-8DBB-6A5F7EE201E7}">
      <dsp:nvSpPr>
        <dsp:cNvPr id="0" name=""/>
        <dsp:cNvSpPr/>
      </dsp:nvSpPr>
      <dsp:spPr>
        <a:xfrm>
          <a:off x="215784" y="12481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bg1"/>
              </a:solidFill>
              <a:latin typeface="+mj-lt"/>
              <a:ea typeface="+mn-ea"/>
              <a:cs typeface="+mn-cs"/>
            </a:rPr>
            <a:t>TASK MANAGEMENT</a:t>
          </a:r>
          <a:endParaRPr lang="hu-HU" sz="1500" b="1" kern="1200" dirty="0">
            <a:solidFill>
              <a:schemeClr val="bg1"/>
            </a:solidFill>
            <a:latin typeface="+mj-lt"/>
            <a:ea typeface="+mn-ea"/>
            <a:cs typeface="+mn-cs"/>
          </a:endParaRPr>
        </a:p>
      </dsp:txBody>
      <dsp:txXfrm>
        <a:off x="235959" y="144989"/>
        <a:ext cx="2980633" cy="372930"/>
      </dsp:txXfrm>
    </dsp:sp>
    <dsp:sp modelId="{BD6AFD04-4FD9-451D-A4F0-3734289A45F8}">
      <dsp:nvSpPr>
        <dsp:cNvPr id="0" name=""/>
        <dsp:cNvSpPr/>
      </dsp:nvSpPr>
      <dsp:spPr>
        <a:xfrm>
          <a:off x="0" y="96649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26582-6CB9-40A0-AF17-2E9E5A92AD76}">
      <dsp:nvSpPr>
        <dsp:cNvPr id="0" name=""/>
        <dsp:cNvSpPr/>
      </dsp:nvSpPr>
      <dsp:spPr>
        <a:xfrm>
          <a:off x="215784" y="75985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TASK TYPE CATEGORIZATION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>
        <a:off x="235959" y="780029"/>
        <a:ext cx="2980633" cy="372930"/>
      </dsp:txXfrm>
    </dsp:sp>
    <dsp:sp modelId="{FD28A59D-B62E-442B-B6F1-DA76CA3E6134}">
      <dsp:nvSpPr>
        <dsp:cNvPr id="0" name=""/>
        <dsp:cNvSpPr/>
      </dsp:nvSpPr>
      <dsp:spPr>
        <a:xfrm>
          <a:off x="0" y="160153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ECDACF-2815-453F-B99C-FD87B64F3983}">
      <dsp:nvSpPr>
        <dsp:cNvPr id="0" name=""/>
        <dsp:cNvSpPr/>
      </dsp:nvSpPr>
      <dsp:spPr>
        <a:xfrm>
          <a:off x="215784" y="139489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STATUS TRACKING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>
        <a:off x="235959" y="1415069"/>
        <a:ext cx="2980633" cy="372930"/>
      </dsp:txXfrm>
    </dsp:sp>
    <dsp:sp modelId="{8F6BBCCF-0A74-47CB-90A0-E7B548C6E9FC}">
      <dsp:nvSpPr>
        <dsp:cNvPr id="0" name=""/>
        <dsp:cNvSpPr/>
      </dsp:nvSpPr>
      <dsp:spPr>
        <a:xfrm>
          <a:off x="0" y="223657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73EED-5331-42DB-8553-E8D5F0E96DBB}">
      <dsp:nvSpPr>
        <dsp:cNvPr id="0" name=""/>
        <dsp:cNvSpPr/>
      </dsp:nvSpPr>
      <dsp:spPr>
        <a:xfrm>
          <a:off x="215784" y="202993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AUTHENTICATION SYSTEM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>
        <a:off x="235959" y="2050109"/>
        <a:ext cx="2980633" cy="372930"/>
      </dsp:txXfrm>
    </dsp:sp>
    <dsp:sp modelId="{A9BFC83E-F5F9-4387-B93E-40ACC0C34196}">
      <dsp:nvSpPr>
        <dsp:cNvPr id="0" name=""/>
        <dsp:cNvSpPr/>
      </dsp:nvSpPr>
      <dsp:spPr>
        <a:xfrm>
          <a:off x="0" y="287161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733BE-70F9-4BC1-870E-6ECF64CFAF19}">
      <dsp:nvSpPr>
        <dsp:cNvPr id="0" name=""/>
        <dsp:cNvSpPr/>
      </dsp:nvSpPr>
      <dsp:spPr>
        <a:xfrm>
          <a:off x="215784" y="266497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DEADLINE MANAGEMENT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>
        <a:off x="235959" y="2685149"/>
        <a:ext cx="2980633" cy="372930"/>
      </dsp:txXfrm>
    </dsp:sp>
    <dsp:sp modelId="{46F4CC50-547A-4798-A28A-0462067FD673}">
      <dsp:nvSpPr>
        <dsp:cNvPr id="0" name=""/>
        <dsp:cNvSpPr/>
      </dsp:nvSpPr>
      <dsp:spPr>
        <a:xfrm>
          <a:off x="0" y="350665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F524B-CC90-402C-88EF-10339BA110F7}">
      <dsp:nvSpPr>
        <dsp:cNvPr id="0" name=""/>
        <dsp:cNvSpPr/>
      </dsp:nvSpPr>
      <dsp:spPr>
        <a:xfrm>
          <a:off x="215784" y="330001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AUTOMATED TASK EXPIRATION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>
        <a:off x="235959" y="3320189"/>
        <a:ext cx="2980633" cy="372930"/>
      </dsp:txXfrm>
    </dsp:sp>
    <dsp:sp modelId="{8BA0A6BE-8DE3-4F28-8814-20F2DB292D73}">
      <dsp:nvSpPr>
        <dsp:cNvPr id="0" name=""/>
        <dsp:cNvSpPr/>
      </dsp:nvSpPr>
      <dsp:spPr>
        <a:xfrm>
          <a:off x="0" y="4141694"/>
          <a:ext cx="4315691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3C2E9-4F3D-48C9-BCF5-C59BA7F8B160}">
      <dsp:nvSpPr>
        <dsp:cNvPr id="0" name=""/>
        <dsp:cNvSpPr/>
      </dsp:nvSpPr>
      <dsp:spPr>
        <a:xfrm>
          <a:off x="215784" y="3935054"/>
          <a:ext cx="3020983" cy="41328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86" tIns="0" rIns="114186" bIns="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USER-SPECIFIC SECURE DATA STORAGE</a:t>
          </a:r>
          <a:endParaRPr lang="hu-HU" sz="1500" b="1" kern="120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>
        <a:off x="235959" y="3955229"/>
        <a:ext cx="2980633" cy="3729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A832F-6AB3-4578-A57E-E2D9BD7DE39A}">
      <dsp:nvSpPr>
        <dsp:cNvPr id="0" name=""/>
        <dsp:cNvSpPr/>
      </dsp:nvSpPr>
      <dsp:spPr>
        <a:xfrm>
          <a:off x="3551" y="574059"/>
          <a:ext cx="2716236" cy="3195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A297B-59CA-4A75-BABE-4AE3A0796539}">
      <dsp:nvSpPr>
        <dsp:cNvPr id="0" name=""/>
        <dsp:cNvSpPr/>
      </dsp:nvSpPr>
      <dsp:spPr>
        <a:xfrm>
          <a:off x="3551" y="694071"/>
          <a:ext cx="199544" cy="1995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0D96B-CF0E-426A-9C98-881CB1357767}">
      <dsp:nvSpPr>
        <dsp:cNvPr id="0" name=""/>
        <dsp:cNvSpPr/>
      </dsp:nvSpPr>
      <dsp:spPr>
        <a:xfrm>
          <a:off x="3551" y="0"/>
          <a:ext cx="2716236" cy="574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REQUIREMENT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3551" y="0"/>
        <a:ext cx="2716236" cy="574059"/>
      </dsp:txXfrm>
    </dsp:sp>
    <dsp:sp modelId="{965C2B80-1EB0-4E18-85BD-943ECB9F69CF}">
      <dsp:nvSpPr>
        <dsp:cNvPr id="0" name=""/>
        <dsp:cNvSpPr/>
      </dsp:nvSpPr>
      <dsp:spPr>
        <a:xfrm>
          <a:off x="3551" y="1159204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418E4-DFEA-4C3F-AA1A-0166A0F1F0C6}">
      <dsp:nvSpPr>
        <dsp:cNvPr id="0" name=""/>
        <dsp:cNvSpPr/>
      </dsp:nvSpPr>
      <dsp:spPr>
        <a:xfrm>
          <a:off x="193687" y="1026410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CRUD OPERATION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1026410"/>
        <a:ext cx="2526100" cy="465127"/>
      </dsp:txXfrm>
    </dsp:sp>
    <dsp:sp modelId="{359B91B4-EF34-4A03-90FE-746427D5DDD7}">
      <dsp:nvSpPr>
        <dsp:cNvPr id="0" name=""/>
        <dsp:cNvSpPr/>
      </dsp:nvSpPr>
      <dsp:spPr>
        <a:xfrm>
          <a:off x="3551" y="1624331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33469-8A6E-4527-8FEF-5722DCDE8CDE}">
      <dsp:nvSpPr>
        <dsp:cNvPr id="0" name=""/>
        <dsp:cNvSpPr/>
      </dsp:nvSpPr>
      <dsp:spPr>
        <a:xfrm>
          <a:off x="193687" y="1491537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VALIDATION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1491537"/>
        <a:ext cx="2526100" cy="465127"/>
      </dsp:txXfrm>
    </dsp:sp>
    <dsp:sp modelId="{AD098578-D11A-4442-9FFE-7AA59F7058F1}">
      <dsp:nvSpPr>
        <dsp:cNvPr id="0" name=""/>
        <dsp:cNvSpPr/>
      </dsp:nvSpPr>
      <dsp:spPr>
        <a:xfrm>
          <a:off x="3551" y="2089459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9D5BA7-8BD0-4ADE-BBEC-F75D1C5F453B}">
      <dsp:nvSpPr>
        <dsp:cNvPr id="0" name=""/>
        <dsp:cNvSpPr/>
      </dsp:nvSpPr>
      <dsp:spPr>
        <a:xfrm>
          <a:off x="193687" y="1956665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DATA ISOLATION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1956665"/>
        <a:ext cx="2526100" cy="465127"/>
      </dsp:txXfrm>
    </dsp:sp>
    <dsp:sp modelId="{A6262222-8438-44F1-A785-4AE89E8329A3}">
      <dsp:nvSpPr>
        <dsp:cNvPr id="0" name=""/>
        <dsp:cNvSpPr/>
      </dsp:nvSpPr>
      <dsp:spPr>
        <a:xfrm>
          <a:off x="3551" y="2554586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99092-A487-470A-886C-70AFC4FBE07F}">
      <dsp:nvSpPr>
        <dsp:cNvPr id="0" name=""/>
        <dsp:cNvSpPr/>
      </dsp:nvSpPr>
      <dsp:spPr>
        <a:xfrm>
          <a:off x="193687" y="2421792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AUTOMATION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2421792"/>
        <a:ext cx="2526100" cy="465127"/>
      </dsp:txXfrm>
    </dsp:sp>
    <dsp:sp modelId="{3920820D-17C0-4551-9313-112E194B29AB}">
      <dsp:nvSpPr>
        <dsp:cNvPr id="0" name=""/>
        <dsp:cNvSpPr/>
      </dsp:nvSpPr>
      <dsp:spPr>
        <a:xfrm>
          <a:off x="2855599" y="574059"/>
          <a:ext cx="2716236" cy="3195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730E7-3B75-4E43-95DB-ED532772BE17}">
      <dsp:nvSpPr>
        <dsp:cNvPr id="0" name=""/>
        <dsp:cNvSpPr/>
      </dsp:nvSpPr>
      <dsp:spPr>
        <a:xfrm>
          <a:off x="2855599" y="694071"/>
          <a:ext cx="199544" cy="1995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1E061-F1AA-4B56-B738-A4B27A6554FE}">
      <dsp:nvSpPr>
        <dsp:cNvPr id="0" name=""/>
        <dsp:cNvSpPr/>
      </dsp:nvSpPr>
      <dsp:spPr>
        <a:xfrm>
          <a:off x="2855599" y="0"/>
          <a:ext cx="2716236" cy="574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IMPLEMENTATION</a:t>
          </a:r>
          <a:endParaRPr lang="hu-HU" sz="2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2855599" y="0"/>
        <a:ext cx="2716236" cy="574059"/>
      </dsp:txXfrm>
    </dsp:sp>
    <dsp:sp modelId="{6E635826-7117-4670-A7C9-B36793056F44}">
      <dsp:nvSpPr>
        <dsp:cNvPr id="0" name=""/>
        <dsp:cNvSpPr/>
      </dsp:nvSpPr>
      <dsp:spPr>
        <a:xfrm>
          <a:off x="2855599" y="1159204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D1C7C-3CD3-4BB2-B5F5-A19C7F5A00F3}">
      <dsp:nvSpPr>
        <dsp:cNvPr id="0" name=""/>
        <dsp:cNvSpPr/>
      </dsp:nvSpPr>
      <dsp:spPr>
        <a:xfrm>
          <a:off x="3045736" y="1026410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1026410"/>
        <a:ext cx="2526100" cy="465127"/>
      </dsp:txXfrm>
    </dsp:sp>
    <dsp:sp modelId="{2C305F7A-0D74-414B-9038-C4F17C5541C9}">
      <dsp:nvSpPr>
        <dsp:cNvPr id="0" name=""/>
        <dsp:cNvSpPr/>
      </dsp:nvSpPr>
      <dsp:spPr>
        <a:xfrm>
          <a:off x="2855599" y="1624331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ECE2D-58A7-466D-A6D2-EBB0FF45CACC}">
      <dsp:nvSpPr>
        <dsp:cNvPr id="0" name=""/>
        <dsp:cNvSpPr/>
      </dsp:nvSpPr>
      <dsp:spPr>
        <a:xfrm>
          <a:off x="3045736" y="1491537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VALIDATION LAYER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1491537"/>
        <a:ext cx="2526100" cy="465127"/>
      </dsp:txXfrm>
    </dsp:sp>
    <dsp:sp modelId="{791E558C-0E7A-424A-8FE9-ADD7A67D3BB1}">
      <dsp:nvSpPr>
        <dsp:cNvPr id="0" name=""/>
        <dsp:cNvSpPr/>
      </dsp:nvSpPr>
      <dsp:spPr>
        <a:xfrm>
          <a:off x="2855599" y="2089459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CFB53-9551-4D11-964D-6266FCC97E5B}">
      <dsp:nvSpPr>
        <dsp:cNvPr id="0" name=""/>
        <dsp:cNvSpPr/>
      </dsp:nvSpPr>
      <dsp:spPr>
        <a:xfrm>
          <a:off x="3045736" y="1956665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 SECURITY RULES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1956665"/>
        <a:ext cx="2526100" cy="465127"/>
      </dsp:txXfrm>
    </dsp:sp>
    <dsp:sp modelId="{EFA650EE-3F75-48F8-83EB-9551FE3C7566}">
      <dsp:nvSpPr>
        <dsp:cNvPr id="0" name=""/>
        <dsp:cNvSpPr/>
      </dsp:nvSpPr>
      <dsp:spPr>
        <a:xfrm>
          <a:off x="2855599" y="2554586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DE3E5-3B02-43A7-BBEF-B37B7CFE8B14}">
      <dsp:nvSpPr>
        <dsp:cNvPr id="0" name=""/>
        <dsp:cNvSpPr/>
      </dsp:nvSpPr>
      <dsp:spPr>
        <a:xfrm>
          <a:off x="3045736" y="2421792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CLOUD FUNCTIONS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2421792"/>
        <a:ext cx="2526100" cy="4651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A832F-6AB3-4578-A57E-E2D9BD7DE39A}">
      <dsp:nvSpPr>
        <dsp:cNvPr id="0" name=""/>
        <dsp:cNvSpPr/>
      </dsp:nvSpPr>
      <dsp:spPr>
        <a:xfrm>
          <a:off x="3551" y="574059"/>
          <a:ext cx="2716236" cy="3195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A297B-59CA-4A75-BABE-4AE3A0796539}">
      <dsp:nvSpPr>
        <dsp:cNvPr id="0" name=""/>
        <dsp:cNvSpPr/>
      </dsp:nvSpPr>
      <dsp:spPr>
        <a:xfrm>
          <a:off x="3551" y="694071"/>
          <a:ext cx="199544" cy="1995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0D96B-CF0E-426A-9C98-881CB1357767}">
      <dsp:nvSpPr>
        <dsp:cNvPr id="0" name=""/>
        <dsp:cNvSpPr/>
      </dsp:nvSpPr>
      <dsp:spPr>
        <a:xfrm>
          <a:off x="3551" y="0"/>
          <a:ext cx="2716236" cy="574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REQUIREMENT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3551" y="0"/>
        <a:ext cx="2716236" cy="574059"/>
      </dsp:txXfrm>
    </dsp:sp>
    <dsp:sp modelId="{965C2B80-1EB0-4E18-85BD-943ECB9F69CF}">
      <dsp:nvSpPr>
        <dsp:cNvPr id="0" name=""/>
        <dsp:cNvSpPr/>
      </dsp:nvSpPr>
      <dsp:spPr>
        <a:xfrm>
          <a:off x="3551" y="1159204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418E4-DFEA-4C3F-AA1A-0166A0F1F0C6}">
      <dsp:nvSpPr>
        <dsp:cNvPr id="0" name=""/>
        <dsp:cNvSpPr/>
      </dsp:nvSpPr>
      <dsp:spPr>
        <a:xfrm>
          <a:off x="193687" y="1026410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MAINTAINABALITY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1026410"/>
        <a:ext cx="2526100" cy="465127"/>
      </dsp:txXfrm>
    </dsp:sp>
    <dsp:sp modelId="{359B91B4-EF34-4A03-90FE-746427D5DDD7}">
      <dsp:nvSpPr>
        <dsp:cNvPr id="0" name=""/>
        <dsp:cNvSpPr/>
      </dsp:nvSpPr>
      <dsp:spPr>
        <a:xfrm>
          <a:off x="3551" y="1624331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33469-8A6E-4527-8FEF-5722DCDE8CDE}">
      <dsp:nvSpPr>
        <dsp:cNvPr id="0" name=""/>
        <dsp:cNvSpPr/>
      </dsp:nvSpPr>
      <dsp:spPr>
        <a:xfrm>
          <a:off x="193687" y="1491537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SCALABILITY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1491537"/>
        <a:ext cx="2526100" cy="465127"/>
      </dsp:txXfrm>
    </dsp:sp>
    <dsp:sp modelId="{AD098578-D11A-4442-9FFE-7AA59F7058F1}">
      <dsp:nvSpPr>
        <dsp:cNvPr id="0" name=""/>
        <dsp:cNvSpPr/>
      </dsp:nvSpPr>
      <dsp:spPr>
        <a:xfrm>
          <a:off x="3551" y="2089459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9D5BA7-8BD0-4ADE-BBEC-F75D1C5F453B}">
      <dsp:nvSpPr>
        <dsp:cNvPr id="0" name=""/>
        <dsp:cNvSpPr/>
      </dsp:nvSpPr>
      <dsp:spPr>
        <a:xfrm>
          <a:off x="193687" y="1956665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RELIABLITY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1956665"/>
        <a:ext cx="2526100" cy="465127"/>
      </dsp:txXfrm>
    </dsp:sp>
    <dsp:sp modelId="{A6262222-8438-44F1-A785-4AE89E8329A3}">
      <dsp:nvSpPr>
        <dsp:cNvPr id="0" name=""/>
        <dsp:cNvSpPr/>
      </dsp:nvSpPr>
      <dsp:spPr>
        <a:xfrm>
          <a:off x="3551" y="2554586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99092-A487-470A-886C-70AFC4FBE07F}">
      <dsp:nvSpPr>
        <dsp:cNvPr id="0" name=""/>
        <dsp:cNvSpPr/>
      </dsp:nvSpPr>
      <dsp:spPr>
        <a:xfrm>
          <a:off x="193687" y="2421792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PERFORMANCE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3687" y="2421792"/>
        <a:ext cx="2526100" cy="465127"/>
      </dsp:txXfrm>
    </dsp:sp>
    <dsp:sp modelId="{3920820D-17C0-4551-9313-112E194B29AB}">
      <dsp:nvSpPr>
        <dsp:cNvPr id="0" name=""/>
        <dsp:cNvSpPr/>
      </dsp:nvSpPr>
      <dsp:spPr>
        <a:xfrm>
          <a:off x="2855599" y="574059"/>
          <a:ext cx="2716236" cy="3195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730E7-3B75-4E43-95DB-ED532772BE17}">
      <dsp:nvSpPr>
        <dsp:cNvPr id="0" name=""/>
        <dsp:cNvSpPr/>
      </dsp:nvSpPr>
      <dsp:spPr>
        <a:xfrm>
          <a:off x="2855599" y="694071"/>
          <a:ext cx="199544" cy="1995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1E061-F1AA-4B56-B738-A4B27A6554FE}">
      <dsp:nvSpPr>
        <dsp:cNvPr id="0" name=""/>
        <dsp:cNvSpPr/>
      </dsp:nvSpPr>
      <dsp:spPr>
        <a:xfrm>
          <a:off x="2855599" y="0"/>
          <a:ext cx="2716236" cy="574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IMPLEMENTATION</a:t>
          </a:r>
          <a:endParaRPr lang="hu-HU" sz="2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2855599" y="0"/>
        <a:ext cx="2716236" cy="574059"/>
      </dsp:txXfrm>
    </dsp:sp>
    <dsp:sp modelId="{6E635826-7117-4670-A7C9-B36793056F44}">
      <dsp:nvSpPr>
        <dsp:cNvPr id="0" name=""/>
        <dsp:cNvSpPr/>
      </dsp:nvSpPr>
      <dsp:spPr>
        <a:xfrm>
          <a:off x="2855599" y="1159204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D1C7C-3CD3-4BB2-B5F5-A19C7F5A00F3}">
      <dsp:nvSpPr>
        <dsp:cNvPr id="0" name=""/>
        <dsp:cNvSpPr/>
      </dsp:nvSpPr>
      <dsp:spPr>
        <a:xfrm>
          <a:off x="3045736" y="1026410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LAYERED ARCHITECTURE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1026410"/>
        <a:ext cx="2526100" cy="465127"/>
      </dsp:txXfrm>
    </dsp:sp>
    <dsp:sp modelId="{2C305F7A-0D74-414B-9038-C4F17C5541C9}">
      <dsp:nvSpPr>
        <dsp:cNvPr id="0" name=""/>
        <dsp:cNvSpPr/>
      </dsp:nvSpPr>
      <dsp:spPr>
        <a:xfrm>
          <a:off x="2855599" y="1624331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ECE2D-58A7-466D-A6D2-EBB0FF45CACC}">
      <dsp:nvSpPr>
        <dsp:cNvPr id="0" name=""/>
        <dsp:cNvSpPr/>
      </dsp:nvSpPr>
      <dsp:spPr>
        <a:xfrm>
          <a:off x="3045736" y="1491537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 SUBCOLLECTION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1491537"/>
        <a:ext cx="2526100" cy="465127"/>
      </dsp:txXfrm>
    </dsp:sp>
    <dsp:sp modelId="{791E558C-0E7A-424A-8FE9-ADD7A67D3BB1}">
      <dsp:nvSpPr>
        <dsp:cNvPr id="0" name=""/>
        <dsp:cNvSpPr/>
      </dsp:nvSpPr>
      <dsp:spPr>
        <a:xfrm>
          <a:off x="2855599" y="2089459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CFB53-9551-4D11-964D-6266FCC97E5B}">
      <dsp:nvSpPr>
        <dsp:cNvPr id="0" name=""/>
        <dsp:cNvSpPr/>
      </dsp:nvSpPr>
      <dsp:spPr>
        <a:xfrm>
          <a:off x="3045736" y="1956665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AUTOMATED TESTING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1956665"/>
        <a:ext cx="2526100" cy="465127"/>
      </dsp:txXfrm>
    </dsp:sp>
    <dsp:sp modelId="{EFA650EE-3F75-48F8-83EB-9551FE3C7566}">
      <dsp:nvSpPr>
        <dsp:cNvPr id="0" name=""/>
        <dsp:cNvSpPr/>
      </dsp:nvSpPr>
      <dsp:spPr>
        <a:xfrm>
          <a:off x="2855599" y="2554586"/>
          <a:ext cx="199539" cy="199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DE3E5-3B02-43A7-BBEF-B37B7CFE8B14}">
      <dsp:nvSpPr>
        <dsp:cNvPr id="0" name=""/>
        <dsp:cNvSpPr/>
      </dsp:nvSpPr>
      <dsp:spPr>
        <a:xfrm>
          <a:off x="3045736" y="2421792"/>
          <a:ext cx="2526100" cy="465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VITE BUILD SYSTEM</a:t>
          </a:r>
          <a:endParaRPr lang="hu-HU" sz="15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045736" y="2421792"/>
        <a:ext cx="2526100" cy="46512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FRONTEND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TYPESCRIPT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BUILD SYSTEM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VITE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BACKEND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>
              <a:lumMod val="9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FIREBASE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DATABASE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AUTHENTICATION</a:t>
          </a:r>
          <a:endParaRPr lang="hu-HU" sz="8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FIREBASE AUTH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HOSTING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FIREBASE HOSTING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AUTOMATION</a:t>
          </a:r>
          <a:endParaRPr lang="hu-HU" sz="11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CLOUD FUNCTIONS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1C60A-B748-403F-96AD-4C0756BC983F}">
      <dsp:nvSpPr>
        <dsp:cNvPr id="0" name=""/>
        <dsp:cNvSpPr/>
      </dsp:nvSpPr>
      <dsp:spPr>
        <a:xfrm rot="16200000">
          <a:off x="577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TESTING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5400000">
        <a:off x="578" y="565522"/>
        <a:ext cx="1061414" cy="643281"/>
      </dsp:txXfrm>
    </dsp:sp>
    <dsp:sp modelId="{19E0C81B-9A0D-4B66-B66D-81B08B91AE1D}">
      <dsp:nvSpPr>
        <dsp:cNvPr id="0" name=""/>
        <dsp:cNvSpPr/>
      </dsp:nvSpPr>
      <dsp:spPr>
        <a:xfrm rot="5400000">
          <a:off x="1374354" y="243883"/>
          <a:ext cx="1286562" cy="1286562"/>
        </a:xfrm>
        <a:prstGeom prst="downArrow">
          <a:avLst>
            <a:gd name="adj1" fmla="val 50000"/>
            <a:gd name="adj2" fmla="val 35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VITEST</a:t>
          </a:r>
          <a:endParaRPr lang="hu-HU" sz="12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 rot="-5400000">
        <a:off x="1599503" y="565524"/>
        <a:ext cx="1061414" cy="64328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41752-C33B-4ED4-9087-626BAE4F437E}">
      <dsp:nvSpPr>
        <dsp:cNvPr id="0" name=""/>
        <dsp:cNvSpPr/>
      </dsp:nvSpPr>
      <dsp:spPr>
        <a:xfrm>
          <a:off x="4705956" y="0"/>
          <a:ext cx="1882382" cy="815089"/>
        </a:xfrm>
        <a:prstGeom prst="trapezoid">
          <a:avLst>
            <a:gd name="adj" fmla="val 115471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UI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4705956" y="0"/>
        <a:ext cx="1882382" cy="815089"/>
      </dsp:txXfrm>
    </dsp:sp>
    <dsp:sp modelId="{4FFFE552-4010-4FAC-90D7-2ED57B69CCD3}">
      <dsp:nvSpPr>
        <dsp:cNvPr id="0" name=""/>
        <dsp:cNvSpPr/>
      </dsp:nvSpPr>
      <dsp:spPr>
        <a:xfrm>
          <a:off x="3764765" y="815089"/>
          <a:ext cx="3764765" cy="815089"/>
        </a:xfrm>
        <a:prstGeom prst="trapezoid">
          <a:avLst>
            <a:gd name="adj" fmla="val 115471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SCRIPT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4423599" y="815089"/>
        <a:ext cx="2447097" cy="815089"/>
      </dsp:txXfrm>
    </dsp:sp>
    <dsp:sp modelId="{9E178856-DD64-4958-8362-4F1F4200C847}">
      <dsp:nvSpPr>
        <dsp:cNvPr id="0" name=""/>
        <dsp:cNvSpPr/>
      </dsp:nvSpPr>
      <dsp:spPr>
        <a:xfrm>
          <a:off x="2823574" y="1630178"/>
          <a:ext cx="5647148" cy="815089"/>
        </a:xfrm>
        <a:prstGeom prst="trapezoid">
          <a:avLst>
            <a:gd name="adj" fmla="val 115471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VALIDATION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811824" y="1630178"/>
        <a:ext cx="3670646" cy="815089"/>
      </dsp:txXfrm>
    </dsp:sp>
    <dsp:sp modelId="{6411BF0F-86B1-4F2D-8400-2792FCAEF50B}">
      <dsp:nvSpPr>
        <dsp:cNvPr id="0" name=""/>
        <dsp:cNvSpPr/>
      </dsp:nvSpPr>
      <dsp:spPr>
        <a:xfrm>
          <a:off x="1882382" y="2445268"/>
          <a:ext cx="7529530" cy="815089"/>
        </a:xfrm>
        <a:prstGeom prst="trapezoid">
          <a:avLst>
            <a:gd name="adj" fmla="val 115471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SERVICE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3200050" y="2445268"/>
        <a:ext cx="4894194" cy="815089"/>
      </dsp:txXfrm>
    </dsp:sp>
    <dsp:sp modelId="{0A4FB300-6B26-4970-B8F0-D45FD1B07D86}">
      <dsp:nvSpPr>
        <dsp:cNvPr id="0" name=""/>
        <dsp:cNvSpPr/>
      </dsp:nvSpPr>
      <dsp:spPr>
        <a:xfrm>
          <a:off x="941191" y="3260357"/>
          <a:ext cx="9411913" cy="815089"/>
        </a:xfrm>
        <a:prstGeom prst="trapezoid">
          <a:avLst>
            <a:gd name="adj" fmla="val 115471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SDK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2588276" y="3260357"/>
        <a:ext cx="6117743" cy="815089"/>
      </dsp:txXfrm>
    </dsp:sp>
    <dsp:sp modelId="{F02EE7A6-0FA2-4133-B7AC-A89DECF198B8}">
      <dsp:nvSpPr>
        <dsp:cNvPr id="0" name=""/>
        <dsp:cNvSpPr/>
      </dsp:nvSpPr>
      <dsp:spPr>
        <a:xfrm>
          <a:off x="0" y="4075446"/>
          <a:ext cx="11294296" cy="815089"/>
        </a:xfrm>
        <a:prstGeom prst="trapezoid">
          <a:avLst>
            <a:gd name="adj" fmla="val 115471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Source Sans Pro"/>
              <a:ea typeface="+mn-ea"/>
              <a:cs typeface="+mn-cs"/>
            </a:rPr>
            <a:t>FIRESTORE</a:t>
          </a:r>
          <a:endParaRPr lang="hu-HU" sz="3000" b="1" kern="1200" dirty="0">
            <a:solidFill>
              <a:srgbClr val="FFFFFF"/>
            </a:solidFill>
            <a:latin typeface="Source Sans Pro"/>
            <a:ea typeface="+mn-ea"/>
            <a:cs typeface="+mn-cs"/>
          </a:endParaRPr>
        </a:p>
      </dsp:txBody>
      <dsp:txXfrm>
        <a:off x="1976501" y="4075446"/>
        <a:ext cx="7341292" cy="8150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A9018-7887-44CB-AEBC-D92958EB18ED}">
      <dsp:nvSpPr>
        <dsp:cNvPr id="0" name=""/>
        <dsp:cNvSpPr/>
      </dsp:nvSpPr>
      <dsp:spPr>
        <a:xfrm>
          <a:off x="604153" y="1834769"/>
          <a:ext cx="1543805" cy="746333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users</a:t>
          </a:r>
          <a:endParaRPr lang="hu-HU" sz="1600" b="1" kern="1200" dirty="0">
            <a:solidFill>
              <a:schemeClr val="tx1"/>
            </a:solidFill>
          </a:endParaRPr>
        </a:p>
      </dsp:txBody>
      <dsp:txXfrm>
        <a:off x="626012" y="1856628"/>
        <a:ext cx="1500087" cy="702615"/>
      </dsp:txXfrm>
    </dsp:sp>
    <dsp:sp modelId="{6216AFF4-221C-458E-A191-C14911BE9D39}">
      <dsp:nvSpPr>
        <dsp:cNvPr id="0" name=""/>
        <dsp:cNvSpPr/>
      </dsp:nvSpPr>
      <dsp:spPr>
        <a:xfrm>
          <a:off x="2147959" y="2180008"/>
          <a:ext cx="1096219" cy="55855"/>
        </a:xfrm>
        <a:custGeom>
          <a:avLst/>
          <a:gdLst/>
          <a:ahLst/>
          <a:cxnLst/>
          <a:rect l="0" t="0" r="0" b="0"/>
          <a:pathLst>
            <a:path>
              <a:moveTo>
                <a:pt x="0" y="27927"/>
              </a:moveTo>
              <a:lnTo>
                <a:pt x="1096219" y="27927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600" b="1" kern="1200"/>
        </a:p>
      </dsp:txBody>
      <dsp:txXfrm>
        <a:off x="2668663" y="2180530"/>
        <a:ext cx="54810" cy="54810"/>
      </dsp:txXfrm>
    </dsp:sp>
    <dsp:sp modelId="{B2890AF7-5B9E-4E82-A61C-E0326A0A4F1E}">
      <dsp:nvSpPr>
        <dsp:cNvPr id="0" name=""/>
        <dsp:cNvSpPr/>
      </dsp:nvSpPr>
      <dsp:spPr>
        <a:xfrm>
          <a:off x="3244178" y="1832083"/>
          <a:ext cx="1555096" cy="751704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solidFill>
                <a:schemeClr val="tx1"/>
              </a:solidFill>
            </a:rPr>
            <a:t>userID</a:t>
          </a:r>
          <a:endParaRPr lang="hu-HU" sz="1600" b="1" kern="1200" dirty="0">
            <a:solidFill>
              <a:schemeClr val="tx1"/>
            </a:solidFill>
          </a:endParaRPr>
        </a:p>
      </dsp:txBody>
      <dsp:txXfrm>
        <a:off x="3266195" y="1854100"/>
        <a:ext cx="1511062" cy="707670"/>
      </dsp:txXfrm>
    </dsp:sp>
    <dsp:sp modelId="{124A5C10-9777-452D-B959-75F9509EF0D4}">
      <dsp:nvSpPr>
        <dsp:cNvPr id="0" name=""/>
        <dsp:cNvSpPr/>
      </dsp:nvSpPr>
      <dsp:spPr>
        <a:xfrm rot="19149739">
          <a:off x="4622913" y="1706263"/>
          <a:ext cx="1448942" cy="55855"/>
        </a:xfrm>
        <a:custGeom>
          <a:avLst/>
          <a:gdLst/>
          <a:ahLst/>
          <a:cxnLst/>
          <a:rect l="0" t="0" r="0" b="0"/>
          <a:pathLst>
            <a:path>
              <a:moveTo>
                <a:pt x="0" y="27927"/>
              </a:moveTo>
              <a:lnTo>
                <a:pt x="1448942" y="27927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600" b="1" kern="1200"/>
        </a:p>
      </dsp:txBody>
      <dsp:txXfrm>
        <a:off x="5311161" y="1697967"/>
        <a:ext cx="72447" cy="72447"/>
      </dsp:txXfrm>
    </dsp:sp>
    <dsp:sp modelId="{AF4D415C-BE64-45EE-B4B7-CC3F288B9526}">
      <dsp:nvSpPr>
        <dsp:cNvPr id="0" name=""/>
        <dsp:cNvSpPr/>
      </dsp:nvSpPr>
      <dsp:spPr>
        <a:xfrm>
          <a:off x="5895494" y="889472"/>
          <a:ext cx="1483897" cy="741948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solidFill>
                <a:schemeClr val="tx1"/>
              </a:solidFill>
            </a:rPr>
            <a:t>profileData</a:t>
          </a:r>
          <a:endParaRPr lang="hu-HU" sz="1600" b="1" kern="1200" dirty="0">
            <a:solidFill>
              <a:schemeClr val="tx1"/>
            </a:solidFill>
          </a:endParaRPr>
        </a:p>
      </dsp:txBody>
      <dsp:txXfrm>
        <a:off x="5917225" y="911203"/>
        <a:ext cx="1440435" cy="698486"/>
      </dsp:txXfrm>
    </dsp:sp>
    <dsp:sp modelId="{CC9F6C6B-99E9-4737-A626-A2B0984684C5}">
      <dsp:nvSpPr>
        <dsp:cNvPr id="0" name=""/>
        <dsp:cNvSpPr/>
      </dsp:nvSpPr>
      <dsp:spPr>
        <a:xfrm>
          <a:off x="4799274" y="2180008"/>
          <a:ext cx="1096219" cy="55855"/>
        </a:xfrm>
        <a:custGeom>
          <a:avLst/>
          <a:gdLst/>
          <a:ahLst/>
          <a:cxnLst/>
          <a:rect l="0" t="0" r="0" b="0"/>
          <a:pathLst>
            <a:path>
              <a:moveTo>
                <a:pt x="0" y="27927"/>
              </a:moveTo>
              <a:lnTo>
                <a:pt x="1096219" y="27927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600" b="1" kern="1200"/>
        </a:p>
      </dsp:txBody>
      <dsp:txXfrm>
        <a:off x="5319979" y="2180530"/>
        <a:ext cx="54810" cy="54810"/>
      </dsp:txXfrm>
    </dsp:sp>
    <dsp:sp modelId="{D54B6B60-6BDC-49A6-9B17-B8615B3C88EC}">
      <dsp:nvSpPr>
        <dsp:cNvPr id="0" name=""/>
        <dsp:cNvSpPr/>
      </dsp:nvSpPr>
      <dsp:spPr>
        <a:xfrm>
          <a:off x="5895494" y="1836961"/>
          <a:ext cx="1483897" cy="741948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tasks</a:t>
          </a:r>
          <a:endParaRPr lang="hu-HU" sz="1600" b="1" kern="1200" dirty="0">
            <a:solidFill>
              <a:schemeClr val="tx1"/>
            </a:solidFill>
          </a:endParaRPr>
        </a:p>
      </dsp:txBody>
      <dsp:txXfrm>
        <a:off x="5917225" y="1858692"/>
        <a:ext cx="1440435" cy="698486"/>
      </dsp:txXfrm>
    </dsp:sp>
    <dsp:sp modelId="{521A3C0C-3EC2-4B2D-A478-A1A720D5BBE6}">
      <dsp:nvSpPr>
        <dsp:cNvPr id="0" name=""/>
        <dsp:cNvSpPr/>
      </dsp:nvSpPr>
      <dsp:spPr>
        <a:xfrm rot="2450261">
          <a:off x="4622913" y="2653753"/>
          <a:ext cx="1448942" cy="55855"/>
        </a:xfrm>
        <a:custGeom>
          <a:avLst/>
          <a:gdLst/>
          <a:ahLst/>
          <a:cxnLst/>
          <a:rect l="0" t="0" r="0" b="0"/>
          <a:pathLst>
            <a:path>
              <a:moveTo>
                <a:pt x="0" y="27927"/>
              </a:moveTo>
              <a:lnTo>
                <a:pt x="1448942" y="27927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600" b="1" kern="1200"/>
        </a:p>
      </dsp:txBody>
      <dsp:txXfrm>
        <a:off x="5311161" y="2645457"/>
        <a:ext cx="72447" cy="72447"/>
      </dsp:txXfrm>
    </dsp:sp>
    <dsp:sp modelId="{BE432E60-E78D-47C1-B5AF-A59AB7BBD5FF}">
      <dsp:nvSpPr>
        <dsp:cNvPr id="0" name=""/>
        <dsp:cNvSpPr/>
      </dsp:nvSpPr>
      <dsp:spPr>
        <a:xfrm>
          <a:off x="5895494" y="2784451"/>
          <a:ext cx="1483897" cy="741948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solidFill>
                <a:schemeClr val="tx1"/>
              </a:solidFill>
            </a:rPr>
            <a:t>taskTypes</a:t>
          </a:r>
          <a:endParaRPr lang="hu-HU" sz="1600" b="1" kern="1200" dirty="0">
            <a:solidFill>
              <a:schemeClr val="tx1"/>
            </a:solidFill>
          </a:endParaRPr>
        </a:p>
      </dsp:txBody>
      <dsp:txXfrm>
        <a:off x="5917225" y="2806182"/>
        <a:ext cx="1440435" cy="69848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7B2E3-E6D1-45D5-BDB8-A2B04BE66C30}">
      <dsp:nvSpPr>
        <dsp:cNvPr id="0" name=""/>
        <dsp:cNvSpPr/>
      </dsp:nvSpPr>
      <dsp:spPr>
        <a:xfrm>
          <a:off x="466800" y="2594283"/>
          <a:ext cx="2143892" cy="1269866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SCHEDULER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496023" y="2623506"/>
        <a:ext cx="2085446" cy="939305"/>
      </dsp:txXfrm>
    </dsp:sp>
    <dsp:sp modelId="{6865665A-AC53-494E-964B-AE708D560E27}">
      <dsp:nvSpPr>
        <dsp:cNvPr id="0" name=""/>
        <dsp:cNvSpPr/>
      </dsp:nvSpPr>
      <dsp:spPr>
        <a:xfrm>
          <a:off x="1093850" y="1598319"/>
          <a:ext cx="2668012" cy="2668012"/>
        </a:xfrm>
        <a:prstGeom prst="leftCircularArrow">
          <a:avLst>
            <a:gd name="adj1" fmla="val 1916"/>
            <a:gd name="adj2" fmla="val 229064"/>
            <a:gd name="adj3" fmla="val 1913283"/>
            <a:gd name="adj4" fmla="val 8933198"/>
            <a:gd name="adj5" fmla="val 2235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33407-E32F-4BE7-B9EE-3ECF96AFEDA1}">
      <dsp:nvSpPr>
        <dsp:cNvPr id="0" name=""/>
        <dsp:cNvSpPr/>
      </dsp:nvSpPr>
      <dsp:spPr>
        <a:xfrm>
          <a:off x="648879" y="3048811"/>
          <a:ext cx="1368552" cy="54422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TRIGGER</a:t>
          </a:r>
          <a:endParaRPr lang="hu-HU" sz="2100" b="1" kern="1200" dirty="0"/>
        </a:p>
      </dsp:txBody>
      <dsp:txXfrm>
        <a:off x="664819" y="3064751"/>
        <a:ext cx="1336672" cy="512348"/>
      </dsp:txXfrm>
    </dsp:sp>
    <dsp:sp modelId="{ADD60488-9B66-401F-8946-1061D8688E41}">
      <dsp:nvSpPr>
        <dsp:cNvPr id="0" name=""/>
        <dsp:cNvSpPr/>
      </dsp:nvSpPr>
      <dsp:spPr>
        <a:xfrm>
          <a:off x="2687807" y="2321757"/>
          <a:ext cx="2403734" cy="619669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CLOUD FUNCTION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2702067" y="2468803"/>
        <a:ext cx="2375214" cy="458363"/>
      </dsp:txXfrm>
    </dsp:sp>
    <dsp:sp modelId="{9E6926EB-70F9-418E-8AFF-8083628A086E}">
      <dsp:nvSpPr>
        <dsp:cNvPr id="0" name=""/>
        <dsp:cNvSpPr/>
      </dsp:nvSpPr>
      <dsp:spPr>
        <a:xfrm>
          <a:off x="3428309" y="1151836"/>
          <a:ext cx="3282593" cy="3282593"/>
        </a:xfrm>
        <a:prstGeom prst="circularArrow">
          <a:avLst>
            <a:gd name="adj1" fmla="val 1557"/>
            <a:gd name="adj2" fmla="val 184668"/>
            <a:gd name="adj3" fmla="val 20249544"/>
            <a:gd name="adj4" fmla="val 13185233"/>
            <a:gd name="adj5" fmla="val 1816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235A5-5C79-4D4D-B02E-7C1BE35A4E6E}">
      <dsp:nvSpPr>
        <dsp:cNvPr id="0" name=""/>
        <dsp:cNvSpPr/>
      </dsp:nvSpPr>
      <dsp:spPr>
        <a:xfrm>
          <a:off x="3166071" y="1778945"/>
          <a:ext cx="1368552" cy="54422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FUNCTION</a:t>
          </a:r>
          <a:endParaRPr lang="hu-HU" sz="2100" b="1" kern="1200" dirty="0"/>
        </a:p>
      </dsp:txBody>
      <dsp:txXfrm>
        <a:off x="3182011" y="1794885"/>
        <a:ext cx="1336672" cy="512348"/>
      </dsp:txXfrm>
    </dsp:sp>
    <dsp:sp modelId="{68181938-47E5-4C73-9EF8-21628E60B7BB}">
      <dsp:nvSpPr>
        <dsp:cNvPr id="0" name=""/>
        <dsp:cNvSpPr/>
      </dsp:nvSpPr>
      <dsp:spPr>
        <a:xfrm>
          <a:off x="5432824" y="2537685"/>
          <a:ext cx="2589813" cy="1269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FIRESTOR QUERY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5462047" y="2566908"/>
        <a:ext cx="2531367" cy="939305"/>
      </dsp:txXfrm>
    </dsp:sp>
    <dsp:sp modelId="{DF104138-2A78-4DF0-9D23-7C5A483743BB}">
      <dsp:nvSpPr>
        <dsp:cNvPr id="0" name=""/>
        <dsp:cNvSpPr/>
      </dsp:nvSpPr>
      <dsp:spPr>
        <a:xfrm>
          <a:off x="6383958" y="1774680"/>
          <a:ext cx="2478884" cy="2478884"/>
        </a:xfrm>
        <a:prstGeom prst="leftCircularArrow">
          <a:avLst>
            <a:gd name="adj1" fmla="val 2062"/>
            <a:gd name="adj2" fmla="val 247365"/>
            <a:gd name="adj3" fmla="val 2042210"/>
            <a:gd name="adj4" fmla="val 9043823"/>
            <a:gd name="adj5" fmla="val 2405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E1CBE-833D-422B-AAE2-BA5E3EF9B6C2}">
      <dsp:nvSpPr>
        <dsp:cNvPr id="0" name=""/>
        <dsp:cNvSpPr/>
      </dsp:nvSpPr>
      <dsp:spPr>
        <a:xfrm>
          <a:off x="5906223" y="3048811"/>
          <a:ext cx="1368552" cy="54422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bg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QUERY</a:t>
          </a:r>
          <a:endParaRPr lang="hu-HU" sz="2100" b="1" kern="1200" dirty="0"/>
        </a:p>
      </dsp:txBody>
      <dsp:txXfrm>
        <a:off x="5922163" y="3064751"/>
        <a:ext cx="1336672" cy="512348"/>
      </dsp:txXfrm>
    </dsp:sp>
    <dsp:sp modelId="{676903CD-1099-4618-9CA7-164636E80545}">
      <dsp:nvSpPr>
        <dsp:cNvPr id="0" name=""/>
        <dsp:cNvSpPr/>
      </dsp:nvSpPr>
      <dsp:spPr>
        <a:xfrm>
          <a:off x="7876784" y="2062641"/>
          <a:ext cx="2213052" cy="1269866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0" lvl="1" indent="-22860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UPDATE EXPIRES TASKS</a:t>
          </a:r>
          <a:endParaRPr lang="hu-HU" sz="2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7906007" y="2363978"/>
        <a:ext cx="2154606" cy="939305"/>
      </dsp:txXfrm>
    </dsp:sp>
    <dsp:sp modelId="{10D9F54D-8BF0-4198-B507-69EE6B880128}">
      <dsp:nvSpPr>
        <dsp:cNvPr id="0" name=""/>
        <dsp:cNvSpPr/>
      </dsp:nvSpPr>
      <dsp:spPr>
        <a:xfrm>
          <a:off x="8551034" y="1778945"/>
          <a:ext cx="1368552" cy="54422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bg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UPDATE</a:t>
          </a:r>
          <a:endParaRPr lang="hu-HU" sz="2100" b="1" kern="1200" dirty="0"/>
        </a:p>
      </dsp:txBody>
      <dsp:txXfrm>
        <a:off x="8566974" y="1794885"/>
        <a:ext cx="1336672" cy="51234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B8FB6-C589-4B2D-99FF-7B1AF66153CC}">
      <dsp:nvSpPr>
        <dsp:cNvPr id="0" name=""/>
        <dsp:cNvSpPr/>
      </dsp:nvSpPr>
      <dsp:spPr>
        <a:xfrm>
          <a:off x="0" y="0"/>
          <a:ext cx="4407521" cy="4407521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C07D5-0672-4513-A225-58A2C1D6B53B}">
      <dsp:nvSpPr>
        <dsp:cNvPr id="0" name=""/>
        <dsp:cNvSpPr/>
      </dsp:nvSpPr>
      <dsp:spPr>
        <a:xfrm>
          <a:off x="2203760" y="0"/>
          <a:ext cx="8644348" cy="4407521"/>
        </a:xfrm>
        <a:prstGeom prst="rect">
          <a:avLst/>
        </a:prstGeom>
        <a:solidFill>
          <a:schemeClr val="lt1">
            <a:hueOff val="0"/>
            <a:satOff val="0"/>
            <a:lumOff val="0"/>
            <a:alpha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AUTHENTICATION REQUIRED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2203760" y="0"/>
        <a:ext cx="8644348" cy="936598"/>
      </dsp:txXfrm>
    </dsp:sp>
    <dsp:sp modelId="{7BED7702-AA60-4090-BA61-26143CF3274E}">
      <dsp:nvSpPr>
        <dsp:cNvPr id="0" name=""/>
        <dsp:cNvSpPr/>
      </dsp:nvSpPr>
      <dsp:spPr>
        <a:xfrm>
          <a:off x="578487" y="936598"/>
          <a:ext cx="3250547" cy="3250547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F1D12-CE3D-445C-B7E4-5FCA1D5D117D}">
      <dsp:nvSpPr>
        <dsp:cNvPr id="0" name=""/>
        <dsp:cNvSpPr/>
      </dsp:nvSpPr>
      <dsp:spPr>
        <a:xfrm>
          <a:off x="2203760" y="936598"/>
          <a:ext cx="8644348" cy="3250547"/>
        </a:xfrm>
        <a:prstGeom prst="rect">
          <a:avLst/>
        </a:prstGeom>
        <a:solidFill>
          <a:schemeClr val="lt1">
            <a:hueOff val="0"/>
            <a:satOff val="0"/>
            <a:lumOff val="0"/>
            <a:alpha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USER SPECIFIC ACCESS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2203760" y="936598"/>
        <a:ext cx="8644348" cy="936598"/>
      </dsp:txXfrm>
    </dsp:sp>
    <dsp:sp modelId="{9C16B9A8-CEE4-4540-B4DB-D21FC1A783F6}">
      <dsp:nvSpPr>
        <dsp:cNvPr id="0" name=""/>
        <dsp:cNvSpPr/>
      </dsp:nvSpPr>
      <dsp:spPr>
        <a:xfrm>
          <a:off x="1156974" y="1873196"/>
          <a:ext cx="2093572" cy="2093572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6D086-D19D-4B38-B357-846C5A3EFBB5}">
      <dsp:nvSpPr>
        <dsp:cNvPr id="0" name=""/>
        <dsp:cNvSpPr/>
      </dsp:nvSpPr>
      <dsp:spPr>
        <a:xfrm>
          <a:off x="2203760" y="1873196"/>
          <a:ext cx="8644348" cy="2093572"/>
        </a:xfrm>
        <a:prstGeom prst="rect">
          <a:avLst/>
        </a:prstGeom>
        <a:solidFill>
          <a:schemeClr val="lt1">
            <a:hueOff val="0"/>
            <a:satOff val="0"/>
            <a:lumOff val="0"/>
            <a:alpha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UNAUTHORIZED WRITES BLOCKED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2203760" y="1873196"/>
        <a:ext cx="8644348" cy="936598"/>
      </dsp:txXfrm>
    </dsp:sp>
    <dsp:sp modelId="{ABC7CC85-D96A-4E7A-B03F-34FBB07537F1}">
      <dsp:nvSpPr>
        <dsp:cNvPr id="0" name=""/>
        <dsp:cNvSpPr/>
      </dsp:nvSpPr>
      <dsp:spPr>
        <a:xfrm>
          <a:off x="1735461" y="2809795"/>
          <a:ext cx="936598" cy="936598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BEAA0-28FB-423C-9EE5-F4D93787C507}">
      <dsp:nvSpPr>
        <dsp:cNvPr id="0" name=""/>
        <dsp:cNvSpPr/>
      </dsp:nvSpPr>
      <dsp:spPr>
        <a:xfrm>
          <a:off x="2203760" y="2809795"/>
          <a:ext cx="8644348" cy="936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CONTROLLED UPDATES</a:t>
          </a:r>
          <a:endParaRPr lang="hu-HU" sz="30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>
        <a:off x="2203760" y="2809795"/>
        <a:ext cx="8644348" cy="93659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02E50-E071-4942-A273-236432ABE0E8}">
      <dsp:nvSpPr>
        <dsp:cNvPr id="0" name=""/>
        <dsp:cNvSpPr/>
      </dsp:nvSpPr>
      <dsp:spPr>
        <a:xfrm rot="16200000">
          <a:off x="1069119" y="764336"/>
          <a:ext cx="1102599" cy="1723872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95250" rIns="85725" bIns="952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INTEGRATION TESTS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 rot="5400000">
        <a:off x="812317" y="1128806"/>
        <a:ext cx="1670038" cy="994931"/>
      </dsp:txXfrm>
    </dsp:sp>
    <dsp:sp modelId="{878B8447-5C3F-4747-98BA-EDACD7287A0C}">
      <dsp:nvSpPr>
        <dsp:cNvPr id="0" name=""/>
        <dsp:cNvSpPr/>
      </dsp:nvSpPr>
      <dsp:spPr>
        <a:xfrm rot="5400000">
          <a:off x="2900982" y="780816"/>
          <a:ext cx="1112014" cy="1722324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95250" rIns="57150" bIns="9525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SERVICE WORKFLOWS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 rot="-5400000">
        <a:off x="2595827" y="1140265"/>
        <a:ext cx="1668030" cy="1003426"/>
      </dsp:txXfrm>
    </dsp:sp>
    <dsp:sp modelId="{2C4D1AAB-56CB-4A65-9A06-7AA40371F671}">
      <dsp:nvSpPr>
        <dsp:cNvPr id="0" name=""/>
        <dsp:cNvSpPr/>
      </dsp:nvSpPr>
      <dsp:spPr>
        <a:xfrm>
          <a:off x="1894187" y="488363"/>
          <a:ext cx="1348652" cy="134858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62772-D763-49B3-B71E-CA0C2AEDB36B}">
      <dsp:nvSpPr>
        <dsp:cNvPr id="0" name=""/>
        <dsp:cNvSpPr/>
      </dsp:nvSpPr>
      <dsp:spPr>
        <a:xfrm rot="10800000">
          <a:off x="1894187" y="1374867"/>
          <a:ext cx="1348652" cy="134858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02E50-E071-4942-A273-236432ABE0E8}">
      <dsp:nvSpPr>
        <dsp:cNvPr id="0" name=""/>
        <dsp:cNvSpPr/>
      </dsp:nvSpPr>
      <dsp:spPr>
        <a:xfrm rot="16200000">
          <a:off x="1069119" y="764336"/>
          <a:ext cx="1102599" cy="1723872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95250" rIns="85725" bIns="952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CRUD TESTS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 rot="5400000">
        <a:off x="812317" y="1128806"/>
        <a:ext cx="1670038" cy="994931"/>
      </dsp:txXfrm>
    </dsp:sp>
    <dsp:sp modelId="{878B8447-5C3F-4747-98BA-EDACD7287A0C}">
      <dsp:nvSpPr>
        <dsp:cNvPr id="0" name=""/>
        <dsp:cNvSpPr/>
      </dsp:nvSpPr>
      <dsp:spPr>
        <a:xfrm rot="5400000">
          <a:off x="2900982" y="780816"/>
          <a:ext cx="1112014" cy="1722324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95250" rIns="57150" bIns="9525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FIRESTORE OPERATIONS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 rot="-5400000">
        <a:off x="2595827" y="1140265"/>
        <a:ext cx="1668030" cy="1003426"/>
      </dsp:txXfrm>
    </dsp:sp>
    <dsp:sp modelId="{2C4D1AAB-56CB-4A65-9A06-7AA40371F671}">
      <dsp:nvSpPr>
        <dsp:cNvPr id="0" name=""/>
        <dsp:cNvSpPr/>
      </dsp:nvSpPr>
      <dsp:spPr>
        <a:xfrm>
          <a:off x="1894187" y="488363"/>
          <a:ext cx="1348652" cy="134858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62772-D763-49B3-B71E-CA0C2AEDB36B}">
      <dsp:nvSpPr>
        <dsp:cNvPr id="0" name=""/>
        <dsp:cNvSpPr/>
      </dsp:nvSpPr>
      <dsp:spPr>
        <a:xfrm rot="10800000">
          <a:off x="1894187" y="1374867"/>
          <a:ext cx="1348652" cy="134858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02E50-E071-4942-A273-236432ABE0E8}">
      <dsp:nvSpPr>
        <dsp:cNvPr id="0" name=""/>
        <dsp:cNvSpPr/>
      </dsp:nvSpPr>
      <dsp:spPr>
        <a:xfrm rot="16200000">
          <a:off x="1069119" y="764336"/>
          <a:ext cx="1102599" cy="1723872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95250" rIns="85725" bIns="952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VALIDATOR TESTS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 rot="5400000">
        <a:off x="812317" y="1128806"/>
        <a:ext cx="1670038" cy="994931"/>
      </dsp:txXfrm>
    </dsp:sp>
    <dsp:sp modelId="{878B8447-5C3F-4747-98BA-EDACD7287A0C}">
      <dsp:nvSpPr>
        <dsp:cNvPr id="0" name=""/>
        <dsp:cNvSpPr/>
      </dsp:nvSpPr>
      <dsp:spPr>
        <a:xfrm rot="5400000">
          <a:off x="2900982" y="780816"/>
          <a:ext cx="1112014" cy="1722324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95250" rIns="57150" bIns="9525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Source Sans Pro"/>
              <a:ea typeface="+mn-ea"/>
              <a:cs typeface="+mn-cs"/>
            </a:rPr>
            <a:t>AUTHENTICATION VALIDATION</a:t>
          </a:r>
          <a:endParaRPr lang="hu-HU" sz="1500" b="1" kern="1200" dirty="0">
            <a:solidFill>
              <a:schemeClr val="tx1"/>
            </a:solidFill>
            <a:latin typeface="Source Sans Pro"/>
            <a:ea typeface="+mn-ea"/>
            <a:cs typeface="+mn-cs"/>
          </a:endParaRPr>
        </a:p>
      </dsp:txBody>
      <dsp:txXfrm rot="-5400000">
        <a:off x="2595827" y="1140265"/>
        <a:ext cx="1668030" cy="1003426"/>
      </dsp:txXfrm>
    </dsp:sp>
    <dsp:sp modelId="{2C4D1AAB-56CB-4A65-9A06-7AA40371F671}">
      <dsp:nvSpPr>
        <dsp:cNvPr id="0" name=""/>
        <dsp:cNvSpPr/>
      </dsp:nvSpPr>
      <dsp:spPr>
        <a:xfrm>
          <a:off x="1894187" y="488363"/>
          <a:ext cx="1348652" cy="134858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62772-D763-49B3-B71E-CA0C2AEDB36B}">
      <dsp:nvSpPr>
        <dsp:cNvPr id="0" name=""/>
        <dsp:cNvSpPr/>
      </dsp:nvSpPr>
      <dsp:spPr>
        <a:xfrm rot="10800000">
          <a:off x="1894187" y="1374867"/>
          <a:ext cx="1348652" cy="134858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CDDBEA-11DE-459F-B4DA-2FD1BC1F492B}">
      <dsp:nvSpPr>
        <dsp:cNvPr id="0" name=""/>
        <dsp:cNvSpPr/>
      </dsp:nvSpPr>
      <dsp:spPr>
        <a:xfrm rot="5400000">
          <a:off x="2390878" y="94193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spc="-150" dirty="0"/>
            <a:t>INVALID AUTHENTICATION</a:t>
          </a:r>
          <a:endParaRPr lang="hu-HU" sz="1000" b="1" kern="1200" spc="-150" dirty="0"/>
        </a:p>
      </dsp:txBody>
      <dsp:txXfrm rot="-5400000">
        <a:off x="2676445" y="223517"/>
        <a:ext cx="852610" cy="980011"/>
      </dsp:txXfrm>
    </dsp:sp>
    <dsp:sp modelId="{B5D2B4B3-4C72-4759-90A4-0FBFD6D7CAB8}">
      <dsp:nvSpPr>
        <dsp:cNvPr id="0" name=""/>
        <dsp:cNvSpPr/>
      </dsp:nvSpPr>
      <dsp:spPr>
        <a:xfrm>
          <a:off x="3759666" y="286399"/>
          <a:ext cx="1588899" cy="854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3EF514-329B-4F15-BFE3-6BA0EDE19120}">
      <dsp:nvSpPr>
        <dsp:cNvPr id="0" name=""/>
        <dsp:cNvSpPr/>
      </dsp:nvSpPr>
      <dsp:spPr>
        <a:xfrm rot="5400000">
          <a:off x="1053127" y="94193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3600" kern="1200"/>
        </a:p>
      </dsp:txBody>
      <dsp:txXfrm rot="-5400000">
        <a:off x="1338694" y="223517"/>
        <a:ext cx="852610" cy="980011"/>
      </dsp:txXfrm>
    </dsp:sp>
    <dsp:sp modelId="{DC37433F-96FF-464B-A212-FC81F0D049AB}">
      <dsp:nvSpPr>
        <dsp:cNvPr id="0" name=""/>
        <dsp:cNvSpPr/>
      </dsp:nvSpPr>
      <dsp:spPr>
        <a:xfrm rot="5400000">
          <a:off x="1719439" y="1302668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-15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INVALID TASK DATA</a:t>
          </a:r>
          <a:endParaRPr lang="hu-HU" sz="1400" b="1" kern="1200" spc="-15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 rot="-5400000">
        <a:off x="2005006" y="1431992"/>
        <a:ext cx="852610" cy="980011"/>
      </dsp:txXfrm>
    </dsp:sp>
    <dsp:sp modelId="{709ADE3C-9426-446C-93B4-1BCD91260352}">
      <dsp:nvSpPr>
        <dsp:cNvPr id="0" name=""/>
        <dsp:cNvSpPr/>
      </dsp:nvSpPr>
      <dsp:spPr>
        <a:xfrm>
          <a:off x="223083" y="1494874"/>
          <a:ext cx="1537644" cy="854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1C050A-240B-4D69-952D-B71A21A11643}">
      <dsp:nvSpPr>
        <dsp:cNvPr id="0" name=""/>
        <dsp:cNvSpPr/>
      </dsp:nvSpPr>
      <dsp:spPr>
        <a:xfrm rot="5400000">
          <a:off x="3057190" y="1302668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3600" kern="1200"/>
        </a:p>
      </dsp:txBody>
      <dsp:txXfrm rot="-5400000">
        <a:off x="3342757" y="1431992"/>
        <a:ext cx="852610" cy="980011"/>
      </dsp:txXfrm>
    </dsp:sp>
    <dsp:sp modelId="{1D799BA5-D987-424F-BB24-26B5DC216FFA}">
      <dsp:nvSpPr>
        <dsp:cNvPr id="0" name=""/>
        <dsp:cNvSpPr/>
      </dsp:nvSpPr>
      <dsp:spPr>
        <a:xfrm rot="5400000">
          <a:off x="2390878" y="2511143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-15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FIRESTORE ERRORS</a:t>
          </a:r>
          <a:endParaRPr lang="hu-HU" sz="1400" b="1" kern="1200" spc="-15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 rot="-5400000">
        <a:off x="2676445" y="2640467"/>
        <a:ext cx="852610" cy="980011"/>
      </dsp:txXfrm>
    </dsp:sp>
    <dsp:sp modelId="{D7448D0D-9FFB-4905-8B13-D6DF82765E32}">
      <dsp:nvSpPr>
        <dsp:cNvPr id="0" name=""/>
        <dsp:cNvSpPr/>
      </dsp:nvSpPr>
      <dsp:spPr>
        <a:xfrm>
          <a:off x="3759666" y="2703349"/>
          <a:ext cx="1588899" cy="854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2CFD2E-FCE5-42F5-8D7D-2A3A3BE593F6}">
      <dsp:nvSpPr>
        <dsp:cNvPr id="0" name=""/>
        <dsp:cNvSpPr/>
      </dsp:nvSpPr>
      <dsp:spPr>
        <a:xfrm rot="5400000">
          <a:off x="1053127" y="2511143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3600" kern="1200"/>
        </a:p>
      </dsp:txBody>
      <dsp:txXfrm rot="-5400000">
        <a:off x="1338694" y="2640467"/>
        <a:ext cx="852610" cy="980011"/>
      </dsp:txXfrm>
    </dsp:sp>
    <dsp:sp modelId="{6A57D0B8-7BC4-4318-B2C2-D3427CC6247E}">
      <dsp:nvSpPr>
        <dsp:cNvPr id="0" name=""/>
        <dsp:cNvSpPr/>
      </dsp:nvSpPr>
      <dsp:spPr>
        <a:xfrm rot="5400000">
          <a:off x="1719439" y="3719618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-150" dirty="0">
              <a:solidFill>
                <a:srgbClr val="000000"/>
              </a:solidFill>
              <a:latin typeface="Source Sans Pro"/>
              <a:ea typeface="+mn-ea"/>
              <a:cs typeface="+mn-cs"/>
            </a:rPr>
            <a:t>ASYNC OPERATION HANDLING</a:t>
          </a:r>
          <a:endParaRPr lang="hu-HU" sz="1400" b="1" kern="1200" spc="-150" dirty="0">
            <a:solidFill>
              <a:srgbClr val="000000"/>
            </a:solidFill>
            <a:latin typeface="Source Sans Pro"/>
            <a:ea typeface="+mn-ea"/>
            <a:cs typeface="+mn-cs"/>
          </a:endParaRPr>
        </a:p>
      </dsp:txBody>
      <dsp:txXfrm rot="-5400000">
        <a:off x="2005006" y="3848942"/>
        <a:ext cx="852610" cy="980011"/>
      </dsp:txXfrm>
    </dsp:sp>
    <dsp:sp modelId="{251360B6-77FA-4201-9948-6E205B239AF5}">
      <dsp:nvSpPr>
        <dsp:cNvPr id="0" name=""/>
        <dsp:cNvSpPr/>
      </dsp:nvSpPr>
      <dsp:spPr>
        <a:xfrm>
          <a:off x="223083" y="3911824"/>
          <a:ext cx="1537644" cy="854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E1095D-107F-44C8-B4C7-FA141519D36E}">
      <dsp:nvSpPr>
        <dsp:cNvPr id="0" name=""/>
        <dsp:cNvSpPr/>
      </dsp:nvSpPr>
      <dsp:spPr>
        <a:xfrm rot="5400000">
          <a:off x="3057190" y="3719618"/>
          <a:ext cx="1423745" cy="12386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3600" kern="1200"/>
        </a:p>
      </dsp:txBody>
      <dsp:txXfrm rot="-5400000">
        <a:off x="3342757" y="3848942"/>
        <a:ext cx="852610" cy="98001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2F2E8-F913-446B-BAD8-C4F129242B4C}">
      <dsp:nvSpPr>
        <dsp:cNvPr id="0" name=""/>
        <dsp:cNvSpPr/>
      </dsp:nvSpPr>
      <dsp:spPr>
        <a:xfrm>
          <a:off x="4819460" y="2286819"/>
          <a:ext cx="2309546" cy="1796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hu-HU" sz="10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STRONG COMPETITORS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FIREBASE PRICING CHANGES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DATA PRIVACY REGULATIONS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SCALING COSTS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5551790" y="2775440"/>
        <a:ext cx="1537750" cy="1268533"/>
      </dsp:txXfrm>
    </dsp:sp>
    <dsp:sp modelId="{41B7A883-0B58-406A-BEAC-5207B49F2D9A}">
      <dsp:nvSpPr>
        <dsp:cNvPr id="0" name=""/>
        <dsp:cNvSpPr/>
      </dsp:nvSpPr>
      <dsp:spPr>
        <a:xfrm>
          <a:off x="69768" y="2376343"/>
          <a:ext cx="2309546" cy="1496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hu-HU" sz="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GAMIFICATION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MOBILE APPLICATION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AI INTEGRATION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PRODUCTIVITY ANALYTICS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102632" y="2783223"/>
        <a:ext cx="1550954" cy="1056318"/>
      </dsp:txXfrm>
    </dsp:sp>
    <dsp:sp modelId="{8BDC0EED-F26B-46AB-8BBC-0293021CC125}">
      <dsp:nvSpPr>
        <dsp:cNvPr id="0" name=""/>
        <dsp:cNvSpPr/>
      </dsp:nvSpPr>
      <dsp:spPr>
        <a:xfrm>
          <a:off x="4819460" y="-19330"/>
          <a:ext cx="2309546" cy="1496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FIREBASE VENDOR LOCK IN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REQUIRES INTERNET CONNECTION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BASIC ANALYTICS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5545188" y="13534"/>
        <a:ext cx="1550954" cy="1056318"/>
      </dsp:txXfrm>
    </dsp:sp>
    <dsp:sp modelId="{57189A23-D1F1-46B3-B6D9-5A70B87BBEA2}">
      <dsp:nvSpPr>
        <dsp:cNvPr id="0" name=""/>
        <dsp:cNvSpPr/>
      </dsp:nvSpPr>
      <dsp:spPr>
        <a:xfrm>
          <a:off x="94527" y="-36401"/>
          <a:ext cx="2309546" cy="1496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MODULAR ARCHITECTURE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SECURITY RULES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AUTOMATED TESTING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cap="all" spc="0" dirty="0">
              <a:solidFill>
                <a:schemeClr val="tx1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CLOUD AUTOMATION</a:t>
          </a:r>
          <a:endParaRPr lang="hu-HU" sz="1500" b="1" kern="1200" cap="all" spc="0" dirty="0">
            <a:solidFill>
              <a:schemeClr val="tx1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127391" y="-3537"/>
        <a:ext cx="1550954" cy="1056318"/>
      </dsp:txXfrm>
    </dsp:sp>
    <dsp:sp modelId="{0476F7C9-4701-4952-AB19-E64030FC0764}">
      <dsp:nvSpPr>
        <dsp:cNvPr id="0" name=""/>
        <dsp:cNvSpPr/>
      </dsp:nvSpPr>
      <dsp:spPr>
        <a:xfrm>
          <a:off x="1493392" y="305224"/>
          <a:ext cx="2024359" cy="2024359"/>
        </a:xfrm>
        <a:prstGeom prst="pieWedg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strengths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>
        <a:off x="2086313" y="898145"/>
        <a:ext cx="1431438" cy="1431438"/>
      </dsp:txXfrm>
    </dsp:sp>
    <dsp:sp modelId="{D1AEAD4D-DF61-4F79-8EA2-82961FBBB7C2}">
      <dsp:nvSpPr>
        <dsp:cNvPr id="0" name=""/>
        <dsp:cNvSpPr/>
      </dsp:nvSpPr>
      <dsp:spPr>
        <a:xfrm rot="5400000">
          <a:off x="3611255" y="305224"/>
          <a:ext cx="2024359" cy="2024359"/>
        </a:xfrm>
        <a:prstGeom prst="pieWedg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weaknesses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 rot="-5400000">
        <a:off x="3611255" y="898145"/>
        <a:ext cx="1431438" cy="1431438"/>
      </dsp:txXfrm>
    </dsp:sp>
    <dsp:sp modelId="{D6690FDC-5830-4BBD-92E5-672B9C9DF03B}">
      <dsp:nvSpPr>
        <dsp:cNvPr id="0" name=""/>
        <dsp:cNvSpPr/>
      </dsp:nvSpPr>
      <dsp:spPr>
        <a:xfrm rot="10800000">
          <a:off x="3611255" y="2423087"/>
          <a:ext cx="2024359" cy="2024359"/>
        </a:xfrm>
        <a:prstGeom prst="pieWedg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THREATS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 rot="10800000">
        <a:off x="3611255" y="2423087"/>
        <a:ext cx="1431438" cy="1431438"/>
      </dsp:txXfrm>
    </dsp:sp>
    <dsp:sp modelId="{FB0FE68E-73AE-4219-BC4D-794241A97C26}">
      <dsp:nvSpPr>
        <dsp:cNvPr id="0" name=""/>
        <dsp:cNvSpPr/>
      </dsp:nvSpPr>
      <dsp:spPr>
        <a:xfrm rot="16200000">
          <a:off x="1493392" y="2423087"/>
          <a:ext cx="2024359" cy="2024359"/>
        </a:xfrm>
        <a:prstGeom prst="pieWedg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cap="all" spc="-15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  <a:cs typeface="+mn-cs"/>
            </a:rPr>
            <a:t>OPPORTUNITIES</a:t>
          </a:r>
          <a:endParaRPr lang="hu-HU" sz="1500" b="1" kern="1200" cap="all" spc="-150" dirty="0">
            <a:solidFill>
              <a:srgbClr val="000000"/>
            </a:solidFill>
            <a:latin typeface="Source Sans Pro"/>
            <a:ea typeface="Source Sans Pro SemiBold" panose="020B0603030403020204" pitchFamily="34" charset="0"/>
            <a:cs typeface="+mn-cs"/>
          </a:endParaRPr>
        </a:p>
      </dsp:txBody>
      <dsp:txXfrm rot="5400000">
        <a:off x="2086313" y="2423087"/>
        <a:ext cx="1431438" cy="1431438"/>
      </dsp:txXfrm>
    </dsp:sp>
    <dsp:sp modelId="{E883D793-075E-4130-9D3C-A9D7561C80B0}">
      <dsp:nvSpPr>
        <dsp:cNvPr id="0" name=""/>
        <dsp:cNvSpPr/>
      </dsp:nvSpPr>
      <dsp:spPr>
        <a:xfrm>
          <a:off x="3215032" y="1955568"/>
          <a:ext cx="698941" cy="607775"/>
        </a:xfrm>
        <a:prstGeom prst="circularArrow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EB321-D375-4A83-89A2-65D553B8D57F}">
      <dsp:nvSpPr>
        <dsp:cNvPr id="0" name=""/>
        <dsp:cNvSpPr/>
      </dsp:nvSpPr>
      <dsp:spPr>
        <a:xfrm rot="10800000">
          <a:off x="3215032" y="2189328"/>
          <a:ext cx="698941" cy="607775"/>
        </a:xfrm>
        <a:prstGeom prst="circularArrow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1BAA8-0A0A-4A66-AEA5-30154ACD2E68}">
      <dsp:nvSpPr>
        <dsp:cNvPr id="0" name=""/>
        <dsp:cNvSpPr/>
      </dsp:nvSpPr>
      <dsp:spPr>
        <a:xfrm>
          <a:off x="1486" y="3435215"/>
          <a:ext cx="715050" cy="715050"/>
        </a:xfrm>
        <a:prstGeom prst="donut">
          <a:avLst>
            <a:gd name="adj" fmla="val 2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0C954-9D43-43A6-880C-681135A3C705}">
      <dsp:nvSpPr>
        <dsp:cNvPr id="0" name=""/>
        <dsp:cNvSpPr/>
      </dsp:nvSpPr>
      <dsp:spPr>
        <a:xfrm rot="17700000">
          <a:off x="253437" y="2852302"/>
          <a:ext cx="888887" cy="428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0" rIns="0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spc="0" dirty="0"/>
            <a:t>AUTHENTICATION</a:t>
          </a:r>
          <a:endParaRPr lang="hu-HU" sz="900" kern="1200" spc="0" dirty="0"/>
        </a:p>
      </dsp:txBody>
      <dsp:txXfrm>
        <a:off x="253437" y="2852302"/>
        <a:ext cx="888887" cy="428375"/>
      </dsp:txXfrm>
    </dsp:sp>
    <dsp:sp modelId="{DF2EB46C-77E2-47AD-AE98-D3231986BF28}">
      <dsp:nvSpPr>
        <dsp:cNvPr id="0" name=""/>
        <dsp:cNvSpPr/>
      </dsp:nvSpPr>
      <dsp:spPr>
        <a:xfrm>
          <a:off x="770396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B357D-D39C-41FE-AA6B-8C6DD4570F0D}">
      <dsp:nvSpPr>
        <dsp:cNvPr id="0" name=""/>
        <dsp:cNvSpPr/>
      </dsp:nvSpPr>
      <dsp:spPr>
        <a:xfrm rot="17700000">
          <a:off x="330812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REGISTER</a:t>
          </a:r>
          <a:endParaRPr lang="hu-HU" sz="1000" kern="1200" spc="0" dirty="0"/>
        </a:p>
      </dsp:txBody>
      <dsp:txXfrm>
        <a:off x="330812" y="4123753"/>
        <a:ext cx="768929" cy="370748"/>
      </dsp:txXfrm>
    </dsp:sp>
    <dsp:sp modelId="{0F4E19A4-424E-4DCE-938E-864313C2FFF7}">
      <dsp:nvSpPr>
        <dsp:cNvPr id="0" name=""/>
        <dsp:cNvSpPr/>
      </dsp:nvSpPr>
      <dsp:spPr>
        <a:xfrm rot="17700000">
          <a:off x="812208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D12C4-E37B-4F17-A0B6-56436A2AE421}">
      <dsp:nvSpPr>
        <dsp:cNvPr id="0" name=""/>
        <dsp:cNvSpPr/>
      </dsp:nvSpPr>
      <dsp:spPr>
        <a:xfrm>
          <a:off x="1195356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9290A-6993-4D04-B51D-C6843CEE79F8}">
      <dsp:nvSpPr>
        <dsp:cNvPr id="0" name=""/>
        <dsp:cNvSpPr/>
      </dsp:nvSpPr>
      <dsp:spPr>
        <a:xfrm rot="17700000">
          <a:off x="755772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LOGIN</a:t>
          </a:r>
          <a:endParaRPr lang="hu-HU" sz="1000" kern="1200" spc="0" dirty="0"/>
        </a:p>
      </dsp:txBody>
      <dsp:txXfrm>
        <a:off x="755772" y="4123753"/>
        <a:ext cx="768929" cy="370748"/>
      </dsp:txXfrm>
    </dsp:sp>
    <dsp:sp modelId="{642F515E-0130-45AE-BB13-2F6AC93FE288}">
      <dsp:nvSpPr>
        <dsp:cNvPr id="0" name=""/>
        <dsp:cNvSpPr/>
      </dsp:nvSpPr>
      <dsp:spPr>
        <a:xfrm rot="17700000">
          <a:off x="1237167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2780DC-166C-4CB2-9B29-7E4990346BDC}">
      <dsp:nvSpPr>
        <dsp:cNvPr id="0" name=""/>
        <dsp:cNvSpPr/>
      </dsp:nvSpPr>
      <dsp:spPr>
        <a:xfrm>
          <a:off x="1620373" y="3435215"/>
          <a:ext cx="715050" cy="715050"/>
        </a:xfrm>
        <a:prstGeom prst="donut">
          <a:avLst>
            <a:gd name="adj" fmla="val 2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95093-FE7B-45C9-9810-4BE2FB869F55}">
      <dsp:nvSpPr>
        <dsp:cNvPr id="0" name=""/>
        <dsp:cNvSpPr/>
      </dsp:nvSpPr>
      <dsp:spPr>
        <a:xfrm rot="17700000">
          <a:off x="1871815" y="2853396"/>
          <a:ext cx="889906" cy="426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FRONTEND</a:t>
          </a:r>
          <a:endParaRPr lang="hu-HU" sz="1000" kern="1200" spc="0" dirty="0"/>
        </a:p>
      </dsp:txBody>
      <dsp:txXfrm>
        <a:off x="1871815" y="2853396"/>
        <a:ext cx="889906" cy="426188"/>
      </dsp:txXfrm>
    </dsp:sp>
    <dsp:sp modelId="{BCF6646A-E49A-4FF4-B832-4742AF6BFB4F}">
      <dsp:nvSpPr>
        <dsp:cNvPr id="0" name=""/>
        <dsp:cNvSpPr/>
      </dsp:nvSpPr>
      <dsp:spPr>
        <a:xfrm>
          <a:off x="2388508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523E4-0BC4-4BF4-A28F-67E24F286572}">
      <dsp:nvSpPr>
        <dsp:cNvPr id="0" name=""/>
        <dsp:cNvSpPr/>
      </dsp:nvSpPr>
      <dsp:spPr>
        <a:xfrm rot="17700000">
          <a:off x="1948924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BASE CSS</a:t>
          </a:r>
          <a:endParaRPr lang="hu-HU" sz="1000" kern="1200" spc="0" dirty="0"/>
        </a:p>
      </dsp:txBody>
      <dsp:txXfrm>
        <a:off x="1948924" y="4123753"/>
        <a:ext cx="768929" cy="370748"/>
      </dsp:txXfrm>
    </dsp:sp>
    <dsp:sp modelId="{56FACF18-FE7B-4A1A-861B-0031CD1A411E}">
      <dsp:nvSpPr>
        <dsp:cNvPr id="0" name=""/>
        <dsp:cNvSpPr/>
      </dsp:nvSpPr>
      <dsp:spPr>
        <a:xfrm rot="17700000">
          <a:off x="2430320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300C4D-7027-41A7-95BA-94D1A48CBB7D}">
      <dsp:nvSpPr>
        <dsp:cNvPr id="0" name=""/>
        <dsp:cNvSpPr/>
      </dsp:nvSpPr>
      <dsp:spPr>
        <a:xfrm>
          <a:off x="2813468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3F70D-9189-4B5F-AD24-7D0FE196B3DE}">
      <dsp:nvSpPr>
        <dsp:cNvPr id="0" name=""/>
        <dsp:cNvSpPr/>
      </dsp:nvSpPr>
      <dsp:spPr>
        <a:xfrm rot="17700000">
          <a:off x="2373884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LANDING</a:t>
          </a:r>
          <a:endParaRPr lang="hu-HU" sz="1000" kern="1200" spc="0" dirty="0"/>
        </a:p>
      </dsp:txBody>
      <dsp:txXfrm>
        <a:off x="2373884" y="4123753"/>
        <a:ext cx="768929" cy="370748"/>
      </dsp:txXfrm>
    </dsp:sp>
    <dsp:sp modelId="{A57361F9-6FAC-4152-9743-97E803998A40}">
      <dsp:nvSpPr>
        <dsp:cNvPr id="0" name=""/>
        <dsp:cNvSpPr/>
      </dsp:nvSpPr>
      <dsp:spPr>
        <a:xfrm rot="17700000">
          <a:off x="2855279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7C9E4B-865C-4BF4-A0D4-48094E7F8FA2}">
      <dsp:nvSpPr>
        <dsp:cNvPr id="0" name=""/>
        <dsp:cNvSpPr/>
      </dsp:nvSpPr>
      <dsp:spPr>
        <a:xfrm>
          <a:off x="3238485" y="3435215"/>
          <a:ext cx="715050" cy="715050"/>
        </a:xfrm>
        <a:prstGeom prst="donut">
          <a:avLst>
            <a:gd name="adj" fmla="val 2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AA209-2AD2-4171-A3E5-3C726032C3B5}">
      <dsp:nvSpPr>
        <dsp:cNvPr id="0" name=""/>
        <dsp:cNvSpPr/>
      </dsp:nvSpPr>
      <dsp:spPr>
        <a:xfrm rot="17700000">
          <a:off x="3490436" y="2852302"/>
          <a:ext cx="888887" cy="428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SIGNED IN</a:t>
          </a:r>
          <a:endParaRPr lang="hu-HU" sz="1000" kern="1200" spc="0" dirty="0"/>
        </a:p>
      </dsp:txBody>
      <dsp:txXfrm>
        <a:off x="3490436" y="2852302"/>
        <a:ext cx="888887" cy="428375"/>
      </dsp:txXfrm>
    </dsp:sp>
    <dsp:sp modelId="{0FDBD32D-DC81-4176-A100-22299E356021}">
      <dsp:nvSpPr>
        <dsp:cNvPr id="0" name=""/>
        <dsp:cNvSpPr/>
      </dsp:nvSpPr>
      <dsp:spPr>
        <a:xfrm>
          <a:off x="4007395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3079D-E65A-4B47-ABAB-B2B7422A57AD}">
      <dsp:nvSpPr>
        <dsp:cNvPr id="0" name=""/>
        <dsp:cNvSpPr/>
      </dsp:nvSpPr>
      <dsp:spPr>
        <a:xfrm rot="17700000">
          <a:off x="3567811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TASKS</a:t>
          </a:r>
          <a:endParaRPr lang="hu-HU" sz="1000" kern="1200" spc="0" dirty="0"/>
        </a:p>
      </dsp:txBody>
      <dsp:txXfrm>
        <a:off x="3567811" y="4123753"/>
        <a:ext cx="768929" cy="370748"/>
      </dsp:txXfrm>
    </dsp:sp>
    <dsp:sp modelId="{1B031E27-8859-4159-BF46-39F84B4B934E}">
      <dsp:nvSpPr>
        <dsp:cNvPr id="0" name=""/>
        <dsp:cNvSpPr/>
      </dsp:nvSpPr>
      <dsp:spPr>
        <a:xfrm rot="17700000">
          <a:off x="4049207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CBB48-C1E5-4561-BDDD-282CE64371F8}">
      <dsp:nvSpPr>
        <dsp:cNvPr id="0" name=""/>
        <dsp:cNvSpPr/>
      </dsp:nvSpPr>
      <dsp:spPr>
        <a:xfrm>
          <a:off x="4432355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966A5-C81B-4346-908B-9FB558AD5E36}">
      <dsp:nvSpPr>
        <dsp:cNvPr id="0" name=""/>
        <dsp:cNvSpPr/>
      </dsp:nvSpPr>
      <dsp:spPr>
        <a:xfrm rot="17700000">
          <a:off x="3992771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PROFILE</a:t>
          </a:r>
          <a:endParaRPr lang="hu-HU" sz="1000" kern="1200" spc="0" dirty="0"/>
        </a:p>
      </dsp:txBody>
      <dsp:txXfrm>
        <a:off x="3992771" y="4123753"/>
        <a:ext cx="768929" cy="370748"/>
      </dsp:txXfrm>
    </dsp:sp>
    <dsp:sp modelId="{8B8500D4-7442-4E7E-BA0D-758F564D947D}">
      <dsp:nvSpPr>
        <dsp:cNvPr id="0" name=""/>
        <dsp:cNvSpPr/>
      </dsp:nvSpPr>
      <dsp:spPr>
        <a:xfrm rot="17700000">
          <a:off x="4474166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F7CC15-B0FB-4110-8990-23AF06A949DE}">
      <dsp:nvSpPr>
        <dsp:cNvPr id="0" name=""/>
        <dsp:cNvSpPr/>
      </dsp:nvSpPr>
      <dsp:spPr>
        <a:xfrm>
          <a:off x="4857372" y="3435215"/>
          <a:ext cx="715050" cy="715050"/>
        </a:xfrm>
        <a:prstGeom prst="donut">
          <a:avLst>
            <a:gd name="adj" fmla="val 2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1C915-C1C7-47FF-AA3A-BB4B0AA263B5}">
      <dsp:nvSpPr>
        <dsp:cNvPr id="0" name=""/>
        <dsp:cNvSpPr/>
      </dsp:nvSpPr>
      <dsp:spPr>
        <a:xfrm rot="17700000">
          <a:off x="5109323" y="2852302"/>
          <a:ext cx="888887" cy="428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SERVICES</a:t>
          </a:r>
          <a:endParaRPr lang="hu-HU" sz="1000" kern="1200" spc="0" dirty="0"/>
        </a:p>
      </dsp:txBody>
      <dsp:txXfrm>
        <a:off x="5109323" y="2852302"/>
        <a:ext cx="888887" cy="428375"/>
      </dsp:txXfrm>
    </dsp:sp>
    <dsp:sp modelId="{AD984EC8-C68B-4AD3-AD80-1E2CB60ABA2A}">
      <dsp:nvSpPr>
        <dsp:cNvPr id="0" name=""/>
        <dsp:cNvSpPr/>
      </dsp:nvSpPr>
      <dsp:spPr>
        <a:xfrm>
          <a:off x="5626282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7D32B-E9F4-462D-957E-80876ED32CFB}">
      <dsp:nvSpPr>
        <dsp:cNvPr id="0" name=""/>
        <dsp:cNvSpPr/>
      </dsp:nvSpPr>
      <dsp:spPr>
        <a:xfrm rot="17700000">
          <a:off x="5186698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VALIDATORS</a:t>
          </a:r>
          <a:endParaRPr lang="hu-HU" sz="1000" kern="1200" spc="0" dirty="0"/>
        </a:p>
      </dsp:txBody>
      <dsp:txXfrm>
        <a:off x="5186698" y="4123753"/>
        <a:ext cx="768929" cy="370748"/>
      </dsp:txXfrm>
    </dsp:sp>
    <dsp:sp modelId="{0C0AF5E6-407C-4526-B4D2-91B5FE172CB0}">
      <dsp:nvSpPr>
        <dsp:cNvPr id="0" name=""/>
        <dsp:cNvSpPr/>
      </dsp:nvSpPr>
      <dsp:spPr>
        <a:xfrm rot="17700000">
          <a:off x="5668094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0AD8DB-D7EC-483D-BBBC-27567BD83395}">
      <dsp:nvSpPr>
        <dsp:cNvPr id="0" name=""/>
        <dsp:cNvSpPr/>
      </dsp:nvSpPr>
      <dsp:spPr>
        <a:xfrm>
          <a:off x="6051242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84198-748A-449A-9171-966A7A5A0D1A}">
      <dsp:nvSpPr>
        <dsp:cNvPr id="0" name=""/>
        <dsp:cNvSpPr/>
      </dsp:nvSpPr>
      <dsp:spPr>
        <a:xfrm rot="17700000">
          <a:off x="5611658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SERVICES</a:t>
          </a:r>
          <a:endParaRPr lang="hu-HU" sz="1000" kern="1200" spc="0" dirty="0"/>
        </a:p>
      </dsp:txBody>
      <dsp:txXfrm>
        <a:off x="5611658" y="4123753"/>
        <a:ext cx="768929" cy="370748"/>
      </dsp:txXfrm>
    </dsp:sp>
    <dsp:sp modelId="{1C09B424-6F08-4F25-8FAB-CD2A77108121}">
      <dsp:nvSpPr>
        <dsp:cNvPr id="0" name=""/>
        <dsp:cNvSpPr/>
      </dsp:nvSpPr>
      <dsp:spPr>
        <a:xfrm rot="17700000">
          <a:off x="6093053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19367F-BA3E-4D6E-94B4-52FFC899C830}">
      <dsp:nvSpPr>
        <dsp:cNvPr id="0" name=""/>
        <dsp:cNvSpPr/>
      </dsp:nvSpPr>
      <dsp:spPr>
        <a:xfrm>
          <a:off x="6476259" y="3435215"/>
          <a:ext cx="715050" cy="715050"/>
        </a:xfrm>
        <a:prstGeom prst="donut">
          <a:avLst>
            <a:gd name="adj" fmla="val 2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DB9F0-7E74-4C5C-AD99-3042D8DA6A39}">
      <dsp:nvSpPr>
        <dsp:cNvPr id="0" name=""/>
        <dsp:cNvSpPr/>
      </dsp:nvSpPr>
      <dsp:spPr>
        <a:xfrm rot="17700000">
          <a:off x="6728210" y="2852302"/>
          <a:ext cx="888887" cy="428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AUTOMATED     TESTING</a:t>
          </a:r>
          <a:endParaRPr lang="hu-HU" sz="1000" kern="1200" spc="0" dirty="0"/>
        </a:p>
      </dsp:txBody>
      <dsp:txXfrm>
        <a:off x="6728210" y="2852302"/>
        <a:ext cx="888887" cy="428375"/>
      </dsp:txXfrm>
    </dsp:sp>
    <dsp:sp modelId="{7A013844-5434-401C-B2E4-58FE7F879815}">
      <dsp:nvSpPr>
        <dsp:cNvPr id="0" name=""/>
        <dsp:cNvSpPr/>
      </dsp:nvSpPr>
      <dsp:spPr>
        <a:xfrm>
          <a:off x="7245170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C113D-2217-4FA9-96FB-388BDBA32F5F}">
      <dsp:nvSpPr>
        <dsp:cNvPr id="0" name=""/>
        <dsp:cNvSpPr/>
      </dsp:nvSpPr>
      <dsp:spPr>
        <a:xfrm rot="17700000">
          <a:off x="6805585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UNIT</a:t>
          </a:r>
          <a:endParaRPr lang="hu-HU" sz="1000" kern="1200" spc="0" dirty="0"/>
        </a:p>
      </dsp:txBody>
      <dsp:txXfrm>
        <a:off x="6805585" y="4123753"/>
        <a:ext cx="768929" cy="370748"/>
      </dsp:txXfrm>
    </dsp:sp>
    <dsp:sp modelId="{6187EB45-EC46-4F47-9C2B-1720D4949812}">
      <dsp:nvSpPr>
        <dsp:cNvPr id="0" name=""/>
        <dsp:cNvSpPr/>
      </dsp:nvSpPr>
      <dsp:spPr>
        <a:xfrm rot="17700000">
          <a:off x="7286981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AC4075-8B11-4B3A-B849-D429C807C374}">
      <dsp:nvSpPr>
        <dsp:cNvPr id="0" name=""/>
        <dsp:cNvSpPr/>
      </dsp:nvSpPr>
      <dsp:spPr>
        <a:xfrm>
          <a:off x="7670129" y="3607162"/>
          <a:ext cx="371156" cy="37115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65EBE-5416-4539-B7F5-7501B6D064E5}">
      <dsp:nvSpPr>
        <dsp:cNvPr id="0" name=""/>
        <dsp:cNvSpPr/>
      </dsp:nvSpPr>
      <dsp:spPr>
        <a:xfrm rot="17700000">
          <a:off x="7230545" y="4123753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400" bIns="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spc="0" dirty="0"/>
            <a:t>INTEGRATION</a:t>
          </a:r>
          <a:endParaRPr lang="hu-HU" sz="1000" kern="1200" spc="0" dirty="0"/>
        </a:p>
      </dsp:txBody>
      <dsp:txXfrm>
        <a:off x="7230545" y="4123753"/>
        <a:ext cx="768929" cy="370748"/>
      </dsp:txXfrm>
    </dsp:sp>
    <dsp:sp modelId="{369FD2DF-3736-408D-BDDB-6DC28E0348E9}">
      <dsp:nvSpPr>
        <dsp:cNvPr id="0" name=""/>
        <dsp:cNvSpPr/>
      </dsp:nvSpPr>
      <dsp:spPr>
        <a:xfrm rot="17700000">
          <a:off x="7711940" y="3090978"/>
          <a:ext cx="768929" cy="370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5/26/2026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9.xml"/><Relationship Id="rId18" Type="http://schemas.openxmlformats.org/officeDocument/2006/relationships/diagramLayout" Target="../diagrams/layout10.xml"/><Relationship Id="rId26" Type="http://schemas.microsoft.com/office/2007/relationships/diagramDrawing" Target="../diagrams/drawing11.xml"/><Relationship Id="rId39" Type="http://schemas.openxmlformats.org/officeDocument/2006/relationships/diagramQuickStyle" Target="../diagrams/quickStyle14.xml"/><Relationship Id="rId21" Type="http://schemas.microsoft.com/office/2007/relationships/diagramDrawing" Target="../diagrams/drawing10.xml"/><Relationship Id="rId34" Type="http://schemas.openxmlformats.org/officeDocument/2006/relationships/diagramQuickStyle" Target="../diagrams/quickStyle13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6" Type="http://schemas.microsoft.com/office/2007/relationships/diagramDrawing" Target="../diagrams/drawing9.xml"/><Relationship Id="rId20" Type="http://schemas.openxmlformats.org/officeDocument/2006/relationships/diagramColors" Target="../diagrams/colors10.xml"/><Relationship Id="rId29" Type="http://schemas.openxmlformats.org/officeDocument/2006/relationships/diagramQuickStyle" Target="../diagrams/quickStyle12.xml"/><Relationship Id="rId41" Type="http://schemas.microsoft.com/office/2007/relationships/diagramDrawing" Target="../diagrams/drawing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24" Type="http://schemas.openxmlformats.org/officeDocument/2006/relationships/diagramQuickStyle" Target="../diagrams/quickStyle11.xml"/><Relationship Id="rId32" Type="http://schemas.openxmlformats.org/officeDocument/2006/relationships/diagramData" Target="../diagrams/data13.xml"/><Relationship Id="rId37" Type="http://schemas.openxmlformats.org/officeDocument/2006/relationships/diagramData" Target="../diagrams/data14.xml"/><Relationship Id="rId40" Type="http://schemas.openxmlformats.org/officeDocument/2006/relationships/diagramColors" Target="../diagrams/colors14.xml"/><Relationship Id="rId5" Type="http://schemas.openxmlformats.org/officeDocument/2006/relationships/diagramColors" Target="../diagrams/colors7.xml"/><Relationship Id="rId15" Type="http://schemas.openxmlformats.org/officeDocument/2006/relationships/diagramColors" Target="../diagrams/colors9.xml"/><Relationship Id="rId23" Type="http://schemas.openxmlformats.org/officeDocument/2006/relationships/diagramLayout" Target="../diagrams/layout11.xml"/><Relationship Id="rId28" Type="http://schemas.openxmlformats.org/officeDocument/2006/relationships/diagramLayout" Target="../diagrams/layout12.xml"/><Relationship Id="rId36" Type="http://schemas.microsoft.com/office/2007/relationships/diagramDrawing" Target="../diagrams/drawing13.xml"/><Relationship Id="rId10" Type="http://schemas.openxmlformats.org/officeDocument/2006/relationships/diagramColors" Target="../diagrams/colors8.xml"/><Relationship Id="rId19" Type="http://schemas.openxmlformats.org/officeDocument/2006/relationships/diagramQuickStyle" Target="../diagrams/quickStyle10.xml"/><Relationship Id="rId31" Type="http://schemas.microsoft.com/office/2007/relationships/diagramDrawing" Target="../diagrams/drawing12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diagramQuickStyle" Target="../diagrams/quickStyle9.xml"/><Relationship Id="rId22" Type="http://schemas.openxmlformats.org/officeDocument/2006/relationships/diagramData" Target="../diagrams/data11.xml"/><Relationship Id="rId27" Type="http://schemas.openxmlformats.org/officeDocument/2006/relationships/diagramData" Target="../diagrams/data12.xml"/><Relationship Id="rId30" Type="http://schemas.openxmlformats.org/officeDocument/2006/relationships/diagramColors" Target="../diagrams/colors12.xml"/><Relationship Id="rId35" Type="http://schemas.openxmlformats.org/officeDocument/2006/relationships/diagramColors" Target="../diagrams/colors13.xml"/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12" Type="http://schemas.openxmlformats.org/officeDocument/2006/relationships/diagramData" Target="../diagrams/data9.xml"/><Relationship Id="rId17" Type="http://schemas.openxmlformats.org/officeDocument/2006/relationships/diagramData" Target="../diagrams/data10.xml"/><Relationship Id="rId25" Type="http://schemas.openxmlformats.org/officeDocument/2006/relationships/diagramColors" Target="../diagrams/colors11.xml"/><Relationship Id="rId33" Type="http://schemas.openxmlformats.org/officeDocument/2006/relationships/diagramLayout" Target="../diagrams/layout13.xml"/><Relationship Id="rId38" Type="http://schemas.openxmlformats.org/officeDocument/2006/relationships/diagramLayout" Target="../diagrams/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13" Type="http://schemas.openxmlformats.org/officeDocument/2006/relationships/diagramLayout" Target="../diagrams/layout21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12" Type="http://schemas.openxmlformats.org/officeDocument/2006/relationships/diagramData" Target="../diagrams/data21.xml"/><Relationship Id="rId2" Type="http://schemas.openxmlformats.org/officeDocument/2006/relationships/diagramData" Target="../diagrams/data19.xml"/><Relationship Id="rId16" Type="http://schemas.microsoft.com/office/2007/relationships/diagramDrawing" Target="../diagrams/drawing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5" Type="http://schemas.openxmlformats.org/officeDocument/2006/relationships/diagramColors" Target="../diagrams/colors21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Relationship Id="rId14" Type="http://schemas.openxmlformats.org/officeDocument/2006/relationships/diagramQuickStyle" Target="../diagrams/quickStyle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16CBF9-0454-1003-C645-0B75D77158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KEEP UP WITH YOURSELF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0144BEB-7071-59E2-3461-B34077FFA3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Rasztovits</a:t>
            </a:r>
            <a:r>
              <a:rPr lang="hu-HU" dirty="0"/>
              <a:t> Levente</a:t>
            </a: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BC6EC715-456F-A4A3-8792-5BCC6891E162}"/>
              </a:ext>
            </a:extLst>
          </p:cNvPr>
          <p:cNvSpPr/>
          <p:nvPr/>
        </p:nvSpPr>
        <p:spPr>
          <a:xfrm>
            <a:off x="7927763" y="1666374"/>
            <a:ext cx="178904" cy="17890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EC5ABA5-5FA4-6F44-795F-36BCA00999FC}"/>
              </a:ext>
            </a:extLst>
          </p:cNvPr>
          <p:cNvCxnSpPr/>
          <p:nvPr/>
        </p:nvCxnSpPr>
        <p:spPr>
          <a:xfrm>
            <a:off x="4510708" y="4134678"/>
            <a:ext cx="2743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3F1377-B11F-2413-4223-DE5482229660}"/>
              </a:ext>
            </a:extLst>
          </p:cNvPr>
          <p:cNvCxnSpPr/>
          <p:nvPr/>
        </p:nvCxnSpPr>
        <p:spPr>
          <a:xfrm>
            <a:off x="5045765" y="4446104"/>
            <a:ext cx="182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46B5C31-372F-8AE8-4FE6-7C0C35F9FF0D}"/>
              </a:ext>
            </a:extLst>
          </p:cNvPr>
          <p:cNvCxnSpPr/>
          <p:nvPr/>
        </p:nvCxnSpPr>
        <p:spPr>
          <a:xfrm>
            <a:off x="5565913" y="4678017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54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zis 5">
            <a:extLst>
              <a:ext uri="{FF2B5EF4-FFF2-40B4-BE49-F238E27FC236}">
                <a16:creationId xmlns:a16="http://schemas.microsoft.com/office/drawing/2014/main" id="{BC6EC715-456F-A4A3-8792-5BCC6891E162}"/>
              </a:ext>
            </a:extLst>
          </p:cNvPr>
          <p:cNvSpPr/>
          <p:nvPr/>
        </p:nvSpPr>
        <p:spPr>
          <a:xfrm>
            <a:off x="5522847" y="288170"/>
            <a:ext cx="934413" cy="9344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3F1377-B11F-2413-4223-DE5482229660}"/>
              </a:ext>
            </a:extLst>
          </p:cNvPr>
          <p:cNvCxnSpPr/>
          <p:nvPr/>
        </p:nvCxnSpPr>
        <p:spPr>
          <a:xfrm>
            <a:off x="1307765" y="5508631"/>
            <a:ext cx="182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D4C80249-E95D-380A-06AB-3AB04AF2ED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3760178"/>
              </p:ext>
            </p:extLst>
          </p:nvPr>
        </p:nvGraphicFramePr>
        <p:xfrm>
          <a:off x="3712410" y="1689790"/>
          <a:ext cx="4555289" cy="3449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29FDEC3-3A24-2F14-1F39-406D3EBD8C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5735440"/>
              </p:ext>
            </p:extLst>
          </p:nvPr>
        </p:nvGraphicFramePr>
        <p:xfrm>
          <a:off x="7980952" y="1496291"/>
          <a:ext cx="3597430" cy="2621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3C78E803-F388-3FF6-ED9B-BD1397460DBD}"/>
              </a:ext>
            </a:extLst>
          </p:cNvPr>
          <p:cNvCxnSpPr/>
          <p:nvPr/>
        </p:nvCxnSpPr>
        <p:spPr>
          <a:xfrm>
            <a:off x="5075654" y="5476893"/>
            <a:ext cx="182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869AE1D6-0E37-6896-62CC-D1499F9F6139}"/>
              </a:ext>
            </a:extLst>
          </p:cNvPr>
          <p:cNvCxnSpPr/>
          <p:nvPr/>
        </p:nvCxnSpPr>
        <p:spPr>
          <a:xfrm>
            <a:off x="8843543" y="5454836"/>
            <a:ext cx="182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4A25C9F-20D2-EB4B-75A4-659299B4FA95}"/>
              </a:ext>
            </a:extLst>
          </p:cNvPr>
          <p:cNvSpPr txBox="1"/>
          <p:nvPr/>
        </p:nvSpPr>
        <p:spPr>
          <a:xfrm>
            <a:off x="240631" y="5822399"/>
            <a:ext cx="53660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cap="all" spc="1500" dirty="0">
                <a:latin typeface="+mj-lt"/>
                <a:ea typeface="Source Sans Pro SemiBold" panose="020B0603030403020204" pitchFamily="34" charset="0"/>
                <a:cs typeface="+mj-cs"/>
              </a:rPr>
              <a:t>AGENDA</a:t>
            </a:r>
            <a:endParaRPr lang="hu-HU" sz="6000" b="1" cap="all" spc="1500" dirty="0">
              <a:latin typeface="+mj-lt"/>
              <a:ea typeface="Source Sans Pro SemiBold" panose="020B0603030403020204" pitchFamily="34" charset="0"/>
              <a:cs typeface="+mj-cs"/>
            </a:endParaRP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BC57B81D-F828-804E-9F3D-15F6357A43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65309"/>
              </p:ext>
            </p:extLst>
          </p:nvPr>
        </p:nvGraphicFramePr>
        <p:xfrm>
          <a:off x="-55480" y="1689788"/>
          <a:ext cx="4555289" cy="3449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544432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  <p:bldGraphic spid="16" grpId="0">
        <p:bldAsOne/>
      </p:bldGraphic>
      <p:bldGraphic spid="20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9101250" y="3786581"/>
            <a:ext cx="2592642" cy="25926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PROBLEM STATEMENT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 flipV="1">
            <a:off x="591398" y="3786581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4D425EB5-6075-9741-DFDA-634FFC609B93}"/>
              </a:ext>
            </a:extLst>
          </p:cNvPr>
          <p:cNvCxnSpPr>
            <a:cxnSpLocks/>
          </p:cNvCxnSpPr>
          <p:nvPr/>
        </p:nvCxnSpPr>
        <p:spPr>
          <a:xfrm flipH="1" flipV="1">
            <a:off x="591398" y="3074385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H="1" flipV="1">
            <a:off x="591398" y="4479818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C21A8613-148D-D32A-AC96-0E628CB8F08C}"/>
              </a:ext>
            </a:extLst>
          </p:cNvPr>
          <p:cNvSpPr txBox="1"/>
          <p:nvPr/>
        </p:nvSpPr>
        <p:spPr>
          <a:xfrm>
            <a:off x="498108" y="2500168"/>
            <a:ext cx="9060340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+mj-lt"/>
              </a:rPr>
              <a:t>USERS OFTEN LOSE TRACK OF TASKS</a:t>
            </a:r>
          </a:p>
          <a:p>
            <a:endParaRPr lang="hu-HU" sz="2300" b="1" dirty="0">
              <a:latin typeface="+mj-lt"/>
            </a:endParaRPr>
          </a:p>
          <a:p>
            <a:r>
              <a:rPr lang="en-US" sz="2300" b="1" kern="12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Source Sans Pro"/>
                <a:ea typeface="+mn-ea"/>
                <a:cs typeface="+mn-cs"/>
              </a:rPr>
              <a:t>EXISTING PRODUCTIVITY TOOLS ARE FREQUENTLY TOO COMPLEX</a:t>
            </a:r>
          </a:p>
          <a:p>
            <a:endParaRPr lang="hu-HU" sz="2300" b="1" kern="1200" dirty="0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latin typeface="Source Sans Pro"/>
              <a:ea typeface="+mn-ea"/>
              <a:cs typeface="+mn-cs"/>
            </a:endParaRPr>
          </a:p>
          <a:p>
            <a:r>
              <a:rPr lang="en-US" sz="2300" b="1" kern="12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Source Sans Pro"/>
                <a:ea typeface="+mn-ea"/>
                <a:cs typeface="+mn-cs"/>
              </a:rPr>
              <a:t>MANAGING PERSONAL WORKFLOWS EFFICIENTLY IS DIFFICULT</a:t>
            </a:r>
          </a:p>
          <a:p>
            <a:endParaRPr lang="hu-HU" sz="2300" b="1" kern="1200" dirty="0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latin typeface="Source Sans Pro"/>
              <a:ea typeface="+mn-ea"/>
              <a:cs typeface="+mn-cs"/>
            </a:endParaRPr>
          </a:p>
          <a:p>
            <a:r>
              <a:rPr lang="en-US" sz="2300" b="1" kern="12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Source Sans Pro"/>
                <a:ea typeface="+mn-ea"/>
                <a:cs typeface="+mn-cs"/>
              </a:rPr>
              <a:t>MANY SYSTEMS CONTAIN UNNECESSARY FEATURES</a:t>
            </a:r>
            <a:endParaRPr lang="hu-HU" sz="2300" b="1" kern="1200" dirty="0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latin typeface="Source Sans Pro"/>
              <a:ea typeface="+mn-ea"/>
              <a:cs typeface="+mn-cs"/>
            </a:endParaRPr>
          </a:p>
          <a:p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F8BDD57B-10CD-5CEF-0856-E06FD2A26D37}"/>
              </a:ext>
            </a:extLst>
          </p:cNvPr>
          <p:cNvSpPr txBox="1"/>
          <p:nvPr/>
        </p:nvSpPr>
        <p:spPr>
          <a:xfrm>
            <a:off x="9357886" y="4575070"/>
            <a:ext cx="2079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+mj-lt"/>
              </a:rPr>
              <a:t>MAIN PROBLEM</a:t>
            </a:r>
            <a:endParaRPr lang="hu-HU" sz="3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3389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9165194" y="505158"/>
            <a:ext cx="163859" cy="1638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Proposed solution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 flipV="1">
            <a:off x="3809999" y="1746767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4D425EB5-6075-9741-DFDA-634FFC609B93}"/>
              </a:ext>
            </a:extLst>
          </p:cNvPr>
          <p:cNvCxnSpPr>
            <a:cxnSpLocks/>
          </p:cNvCxnSpPr>
          <p:nvPr/>
        </p:nvCxnSpPr>
        <p:spPr>
          <a:xfrm flipH="1" flipV="1">
            <a:off x="3809999" y="6457024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3488826" y="1805773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1BF9195-CFDA-8D3E-8D78-3D0215F127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379925"/>
              </p:ext>
            </p:extLst>
          </p:nvPr>
        </p:nvGraphicFramePr>
        <p:xfrm>
          <a:off x="3938154" y="1758464"/>
          <a:ext cx="4315691" cy="4619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176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148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PROJECT REQUIREMENTS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3415143" y="907609"/>
            <a:ext cx="163859" cy="1638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 flipV="1">
            <a:off x="821148" y="3068918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5888862" y="1991461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5C4059D-7CA8-86AD-1874-92722CF012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950953"/>
              </p:ext>
            </p:extLst>
          </p:nvPr>
        </p:nvGraphicFramePr>
        <p:xfrm>
          <a:off x="821148" y="3245370"/>
          <a:ext cx="5575388" cy="3123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9218EA23-5CB9-A102-DE41-F028891B716E}"/>
              </a:ext>
            </a:extLst>
          </p:cNvPr>
          <p:cNvSpPr txBox="1"/>
          <p:nvPr/>
        </p:nvSpPr>
        <p:spPr>
          <a:xfrm>
            <a:off x="1012981" y="3780693"/>
            <a:ext cx="20073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Source Sans Pro"/>
              </a:rPr>
              <a:t>USER AUTHENTICATION</a:t>
            </a:r>
            <a:endParaRPr lang="hu-HU" sz="15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AF31F26-9924-6180-9D27-6B2E710C0CFC}"/>
              </a:ext>
            </a:extLst>
          </p:cNvPr>
          <p:cNvSpPr txBox="1"/>
          <p:nvPr/>
        </p:nvSpPr>
        <p:spPr>
          <a:xfrm>
            <a:off x="3877968" y="3780693"/>
            <a:ext cx="25185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Source Sans Pro"/>
              </a:rPr>
              <a:t>FIREBASE AUTHENTICATION</a:t>
            </a:r>
            <a:endParaRPr lang="hu-HU" sz="15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63AACE8-FCD2-8E6B-E20B-F197F31EB1D8}"/>
              </a:ext>
            </a:extLst>
          </p:cNvPr>
          <p:cNvSpPr txBox="1"/>
          <p:nvPr/>
        </p:nvSpPr>
        <p:spPr>
          <a:xfrm>
            <a:off x="821148" y="2146711"/>
            <a:ext cx="4007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Source Sans Pro"/>
              </a:rPr>
              <a:t>FUNCTIONAL REQUIREMENTS</a:t>
            </a:r>
            <a:endParaRPr lang="hu-HU" sz="2400" b="1" dirty="0">
              <a:solidFill>
                <a:srgbClr val="FFFFFF"/>
              </a:solidFill>
              <a:latin typeface="Source Sans Pro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A22C72E1-D1AE-46CF-10AB-0DF3E88F5D02}"/>
              </a:ext>
            </a:extLst>
          </p:cNvPr>
          <p:cNvCxnSpPr>
            <a:cxnSpLocks/>
          </p:cNvCxnSpPr>
          <p:nvPr/>
        </p:nvCxnSpPr>
        <p:spPr>
          <a:xfrm flipH="1" flipV="1">
            <a:off x="6081083" y="3068918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A5169E49-F81C-E0A4-8DCC-51FE102BA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251756"/>
              </p:ext>
            </p:extLst>
          </p:nvPr>
        </p:nvGraphicFramePr>
        <p:xfrm>
          <a:off x="6081083" y="3245370"/>
          <a:ext cx="5575388" cy="3123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8" name="Szövegdoboz 17">
            <a:extLst>
              <a:ext uri="{FF2B5EF4-FFF2-40B4-BE49-F238E27FC236}">
                <a16:creationId xmlns:a16="http://schemas.microsoft.com/office/drawing/2014/main" id="{F8D6B5B9-1191-67D7-E735-485DA8D2BF2B}"/>
              </a:ext>
            </a:extLst>
          </p:cNvPr>
          <p:cNvSpPr txBox="1"/>
          <p:nvPr/>
        </p:nvSpPr>
        <p:spPr>
          <a:xfrm>
            <a:off x="6250550" y="3863030"/>
            <a:ext cx="20073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Source Sans Pro"/>
              </a:rPr>
              <a:t>SECURITY</a:t>
            </a:r>
            <a:endParaRPr lang="hu-HU" sz="15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7B9D0133-97E4-C344-5A31-B46A92CA379D}"/>
              </a:ext>
            </a:extLst>
          </p:cNvPr>
          <p:cNvSpPr txBox="1"/>
          <p:nvPr/>
        </p:nvSpPr>
        <p:spPr>
          <a:xfrm>
            <a:off x="9137903" y="3863029"/>
            <a:ext cx="25185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Source Sans Pro"/>
              </a:rPr>
              <a:t>FIRESTORE RULES</a:t>
            </a:r>
            <a:endParaRPr lang="hu-HU" sz="15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4C9105E-FF1D-705C-4FDD-66891B4F461C}"/>
              </a:ext>
            </a:extLst>
          </p:cNvPr>
          <p:cNvSpPr txBox="1"/>
          <p:nvPr/>
        </p:nvSpPr>
        <p:spPr>
          <a:xfrm>
            <a:off x="6081083" y="2146711"/>
            <a:ext cx="4007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Source Sans Pro"/>
              </a:rPr>
              <a:t>NON-FUNCTIONAL REQUIREMENTS</a:t>
            </a:r>
            <a:endParaRPr lang="hu-HU" sz="2400" b="1" dirty="0">
              <a:solidFill>
                <a:srgbClr val="FFFFFF"/>
              </a:solidFill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733493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5" grpId="0"/>
      <p:bldP spid="6" grpId="0"/>
      <p:bldP spid="8" grpId="0"/>
      <p:bldGraphic spid="17" grpId="0">
        <p:bldAsOne/>
      </p:bldGraphic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5576456" y="4054053"/>
            <a:ext cx="163859" cy="1638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TECHNOLOGY STACK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 flipV="1">
            <a:off x="3372385" y="1451299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4D425EB5-6075-9741-DFDA-634FFC609B93}"/>
              </a:ext>
            </a:extLst>
          </p:cNvPr>
          <p:cNvCxnSpPr>
            <a:cxnSpLocks/>
          </p:cNvCxnSpPr>
          <p:nvPr/>
        </p:nvCxnSpPr>
        <p:spPr>
          <a:xfrm flipH="1" flipV="1">
            <a:off x="3372385" y="1523094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5658385" y="1931912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AD20267-FC1C-71BF-2D44-AA671DD72B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5832750"/>
              </p:ext>
            </p:extLst>
          </p:nvPr>
        </p:nvGraphicFramePr>
        <p:xfrm>
          <a:off x="2216759" y="1386162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43ECEF9-B08E-C3FB-10CE-518FB1DB7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0946348"/>
              </p:ext>
            </p:extLst>
          </p:nvPr>
        </p:nvGraphicFramePr>
        <p:xfrm>
          <a:off x="2216759" y="2651188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3FD0E0E-9A59-4534-094F-F7CEDA2A1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785956"/>
              </p:ext>
            </p:extLst>
          </p:nvPr>
        </p:nvGraphicFramePr>
        <p:xfrm>
          <a:off x="2216759" y="3916214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97FAE8C-28A3-F9ED-AC4D-4D2A521A78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267486"/>
              </p:ext>
            </p:extLst>
          </p:nvPr>
        </p:nvGraphicFramePr>
        <p:xfrm>
          <a:off x="2216759" y="5195140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2CC2EF4-9BD5-897F-3D8B-88893B2E2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229592"/>
              </p:ext>
            </p:extLst>
          </p:nvPr>
        </p:nvGraphicFramePr>
        <p:xfrm>
          <a:off x="6423067" y="1386162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995CB67-B889-D58B-8F5E-9A66464566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626338"/>
              </p:ext>
            </p:extLst>
          </p:nvPr>
        </p:nvGraphicFramePr>
        <p:xfrm>
          <a:off x="6423067" y="2651188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07E6B7F5-8B07-43A5-79A2-DF90A80F5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116957"/>
              </p:ext>
            </p:extLst>
          </p:nvPr>
        </p:nvGraphicFramePr>
        <p:xfrm>
          <a:off x="6423067" y="3916214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5A19ABA6-6B27-9B18-E705-5F664FE38A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8400809"/>
              </p:ext>
            </p:extLst>
          </p:nvPr>
        </p:nvGraphicFramePr>
        <p:xfrm>
          <a:off x="6423067" y="5195140"/>
          <a:ext cx="2661494" cy="177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</p:spTree>
    <p:extLst>
      <p:ext uri="{BB962C8B-B14F-4D97-AF65-F5344CB8AC3E}">
        <p14:creationId xmlns:p14="http://schemas.microsoft.com/office/powerpoint/2010/main" val="890616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6" grpId="0">
        <p:bldAsOne/>
      </p:bldGraphic>
      <p:bldGraphic spid="8" grpId="0">
        <p:bldAsOne/>
      </p:bldGraphic>
      <p:bldGraphic spid="10" grpId="0">
        <p:bldAsOne/>
      </p:bldGraphic>
      <p:bldGraphic spid="13" grpId="0">
        <p:bldAsOne/>
      </p:bldGraphic>
      <p:bldGraphic spid="14" grpId="0">
        <p:bldAsOne/>
      </p:bldGraphic>
      <p:bldGraphic spid="17" grpId="0">
        <p:bldAsOne/>
      </p:bldGraphic>
      <p:bldGraphic spid="18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6088896" y="1522614"/>
            <a:ext cx="163859" cy="1638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4" y="341953"/>
            <a:ext cx="11368721" cy="1325563"/>
          </a:xfrm>
        </p:spPr>
        <p:txBody>
          <a:bodyPr>
            <a:normAutofit fontScale="90000"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SYSTEM ARCHITECTURE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 flipV="1">
            <a:off x="3746459" y="1604543"/>
            <a:ext cx="457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523678" y="1986052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B4AEF88-5A53-412A-336B-218D7C2704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014772"/>
              </p:ext>
            </p:extLst>
          </p:nvPr>
        </p:nvGraphicFramePr>
        <p:xfrm>
          <a:off x="523678" y="1667516"/>
          <a:ext cx="11294296" cy="4890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4167DCE4-0615-4464-DF7E-0B13A158EDCC}"/>
              </a:ext>
            </a:extLst>
          </p:cNvPr>
          <p:cNvCxnSpPr>
            <a:cxnSpLocks/>
          </p:cNvCxnSpPr>
          <p:nvPr/>
        </p:nvCxnSpPr>
        <p:spPr>
          <a:xfrm flipV="1">
            <a:off x="11816245" y="1986052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55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8077332" y="461996"/>
            <a:ext cx="163859" cy="1638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DATABASE DESIGN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>
            <a:off x="491705" y="1582616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491705" y="1582616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15C2A74-A59D-C8D3-8691-B7008C0EF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8894898"/>
              </p:ext>
            </p:extLst>
          </p:nvPr>
        </p:nvGraphicFramePr>
        <p:xfrm>
          <a:off x="853524" y="1737320"/>
          <a:ext cx="7983545" cy="4415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D0234D85-8422-FBC7-6BAA-9D288E1EF38C}"/>
              </a:ext>
            </a:extLst>
          </p:cNvPr>
          <p:cNvSpPr/>
          <p:nvPr/>
        </p:nvSpPr>
        <p:spPr>
          <a:xfrm>
            <a:off x="8945773" y="3561208"/>
            <a:ext cx="1527048" cy="7680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4F618045-9AD7-9A6A-4093-73732272405A}"/>
              </a:ext>
            </a:extLst>
          </p:cNvPr>
          <p:cNvSpPr txBox="1"/>
          <p:nvPr/>
        </p:nvSpPr>
        <p:spPr>
          <a:xfrm>
            <a:off x="8939649" y="3775979"/>
            <a:ext cx="1764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taskDocuments</a:t>
            </a:r>
            <a:endParaRPr lang="hu-HU" sz="1600" b="1" dirty="0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235DA059-38DC-8A10-769A-33B0D01B2053}"/>
              </a:ext>
            </a:extLst>
          </p:cNvPr>
          <p:cNvSpPr/>
          <p:nvPr/>
        </p:nvSpPr>
        <p:spPr>
          <a:xfrm>
            <a:off x="8987006" y="4544075"/>
            <a:ext cx="1527048" cy="7680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7A38ADEB-DE1E-7094-9687-B4CBD9C7A4F7}"/>
              </a:ext>
            </a:extLst>
          </p:cNvPr>
          <p:cNvSpPr txBox="1"/>
          <p:nvPr/>
        </p:nvSpPr>
        <p:spPr>
          <a:xfrm>
            <a:off x="8945772" y="4758846"/>
            <a:ext cx="1764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typeDocuments</a:t>
            </a:r>
            <a:endParaRPr lang="hu-HU" sz="1600" b="1" dirty="0"/>
          </a:p>
        </p:txBody>
      </p:sp>
      <p:cxnSp>
        <p:nvCxnSpPr>
          <p:cNvPr id="37" name="Egyenes összekötő 36">
            <a:extLst>
              <a:ext uri="{FF2B5EF4-FFF2-40B4-BE49-F238E27FC236}">
                <a16:creationId xmlns:a16="http://schemas.microsoft.com/office/drawing/2014/main" id="{9B10C671-BE8D-2DB8-281D-234843F46EE1}"/>
              </a:ext>
            </a:extLst>
          </p:cNvPr>
          <p:cNvCxnSpPr/>
          <p:nvPr/>
        </p:nvCxnSpPr>
        <p:spPr>
          <a:xfrm>
            <a:off x="8235994" y="3938420"/>
            <a:ext cx="7097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gyenes összekötő 37">
            <a:extLst>
              <a:ext uri="{FF2B5EF4-FFF2-40B4-BE49-F238E27FC236}">
                <a16:creationId xmlns:a16="http://schemas.microsoft.com/office/drawing/2014/main" id="{EBE73B34-3D40-B00B-5BAD-8A99884ACA48}"/>
              </a:ext>
            </a:extLst>
          </p:cNvPr>
          <p:cNvCxnSpPr/>
          <p:nvPr/>
        </p:nvCxnSpPr>
        <p:spPr>
          <a:xfrm>
            <a:off x="8273696" y="4902910"/>
            <a:ext cx="7097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7911A062-3B61-D56C-EDFE-F50E1EF08A26}"/>
              </a:ext>
            </a:extLst>
          </p:cNvPr>
          <p:cNvCxnSpPr>
            <a:cxnSpLocks/>
          </p:cNvCxnSpPr>
          <p:nvPr/>
        </p:nvCxnSpPr>
        <p:spPr>
          <a:xfrm flipV="1">
            <a:off x="11629694" y="1581192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8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1" grpId="0" animBg="1"/>
      <p:bldP spid="33" grpId="0"/>
      <p:bldP spid="34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8" y="4722276"/>
            <a:ext cx="6191169" cy="2023399"/>
          </a:xfrm>
        </p:spPr>
        <p:txBody>
          <a:bodyPr>
            <a:normAutofit fontScale="90000"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MAIN WORKFLOWs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335F00B1-6A8C-0B87-EF7C-54FCF2322218}"/>
              </a:ext>
            </a:extLst>
          </p:cNvPr>
          <p:cNvCxnSpPr>
            <a:cxnSpLocks/>
          </p:cNvCxnSpPr>
          <p:nvPr/>
        </p:nvCxnSpPr>
        <p:spPr>
          <a:xfrm>
            <a:off x="141052" y="6546066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39BA9C1-E14B-4042-03A2-BEF5CDCB0E59}"/>
              </a:ext>
            </a:extLst>
          </p:cNvPr>
          <p:cNvCxnSpPr>
            <a:cxnSpLocks/>
          </p:cNvCxnSpPr>
          <p:nvPr/>
        </p:nvCxnSpPr>
        <p:spPr>
          <a:xfrm flipV="1">
            <a:off x="141052" y="5678585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Ábra 5">
            <a:extLst>
              <a:ext uri="{FF2B5EF4-FFF2-40B4-BE49-F238E27FC236}">
                <a16:creationId xmlns:a16="http://schemas.microsoft.com/office/drawing/2014/main" id="{C7AE1E62-19FA-FB5B-5858-E0596FCCB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3636" y="42076"/>
            <a:ext cx="3920526" cy="6815924"/>
          </a:xfrm>
          <a:prstGeom prst="rect">
            <a:avLst/>
          </a:prstGeom>
        </p:spPr>
      </p:pic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9DFA8877-6D87-D077-E406-9BCECFD1FC28}"/>
              </a:ext>
            </a:extLst>
          </p:cNvPr>
          <p:cNvCxnSpPr>
            <a:cxnSpLocks/>
          </p:cNvCxnSpPr>
          <p:nvPr/>
        </p:nvCxnSpPr>
        <p:spPr>
          <a:xfrm>
            <a:off x="6096000" y="524341"/>
            <a:ext cx="0" cy="5371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C388E07A-EC69-8AFE-BF1D-B2BAB1F786E7}"/>
              </a:ext>
            </a:extLst>
          </p:cNvPr>
          <p:cNvCxnSpPr>
            <a:cxnSpLocks/>
          </p:cNvCxnSpPr>
          <p:nvPr/>
        </p:nvCxnSpPr>
        <p:spPr>
          <a:xfrm>
            <a:off x="6096000" y="1514408"/>
            <a:ext cx="0" cy="653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799EC054-D6BC-8DB8-4D0B-F7BD482F419A}"/>
              </a:ext>
            </a:extLst>
          </p:cNvPr>
          <p:cNvCxnSpPr>
            <a:cxnSpLocks/>
          </p:cNvCxnSpPr>
          <p:nvPr/>
        </p:nvCxnSpPr>
        <p:spPr>
          <a:xfrm>
            <a:off x="6098131" y="2608917"/>
            <a:ext cx="0" cy="562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28825785-432A-0C9E-B528-D921E26EF62E}"/>
              </a:ext>
            </a:extLst>
          </p:cNvPr>
          <p:cNvCxnSpPr>
            <a:cxnSpLocks/>
          </p:cNvCxnSpPr>
          <p:nvPr/>
        </p:nvCxnSpPr>
        <p:spPr>
          <a:xfrm flipH="1">
            <a:off x="5083552" y="3382640"/>
            <a:ext cx="571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C532F15A-0025-0539-3924-2E4858B019B8}"/>
              </a:ext>
            </a:extLst>
          </p:cNvPr>
          <p:cNvCxnSpPr>
            <a:cxnSpLocks/>
          </p:cNvCxnSpPr>
          <p:nvPr/>
        </p:nvCxnSpPr>
        <p:spPr>
          <a:xfrm>
            <a:off x="6432771" y="3382640"/>
            <a:ext cx="6351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4D906ACD-9B57-32D4-50EA-0582E0E57A78}"/>
              </a:ext>
            </a:extLst>
          </p:cNvPr>
          <p:cNvCxnSpPr>
            <a:cxnSpLocks/>
          </p:cNvCxnSpPr>
          <p:nvPr/>
        </p:nvCxnSpPr>
        <p:spPr>
          <a:xfrm>
            <a:off x="7527281" y="3527580"/>
            <a:ext cx="0" cy="653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92FCFF9C-22A7-EC42-BE94-F157A5FBADBA}"/>
              </a:ext>
            </a:extLst>
          </p:cNvPr>
          <p:cNvCxnSpPr>
            <a:cxnSpLocks/>
          </p:cNvCxnSpPr>
          <p:nvPr/>
        </p:nvCxnSpPr>
        <p:spPr>
          <a:xfrm>
            <a:off x="7527281" y="4470755"/>
            <a:ext cx="0" cy="653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51E48B97-1606-6664-0241-3E59F33A2882}"/>
              </a:ext>
            </a:extLst>
          </p:cNvPr>
          <p:cNvCxnSpPr>
            <a:cxnSpLocks/>
          </p:cNvCxnSpPr>
          <p:nvPr/>
        </p:nvCxnSpPr>
        <p:spPr>
          <a:xfrm>
            <a:off x="7528347" y="5260464"/>
            <a:ext cx="0" cy="653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2A87FC1E-42B3-67DC-DFF2-91B0D2F5B29B}"/>
              </a:ext>
            </a:extLst>
          </p:cNvPr>
          <p:cNvCxnSpPr>
            <a:cxnSpLocks/>
          </p:cNvCxnSpPr>
          <p:nvPr/>
        </p:nvCxnSpPr>
        <p:spPr>
          <a:xfrm flipV="1">
            <a:off x="4630615" y="2724017"/>
            <a:ext cx="0" cy="576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Összekötő: szögletes 30">
            <a:extLst>
              <a:ext uri="{FF2B5EF4-FFF2-40B4-BE49-F238E27FC236}">
                <a16:creationId xmlns:a16="http://schemas.microsoft.com/office/drawing/2014/main" id="{FF90586E-87C2-B95B-678B-7446E40171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13739" y="498231"/>
            <a:ext cx="1457925" cy="1024173"/>
          </a:xfrm>
          <a:prstGeom prst="bentConnector3">
            <a:avLst>
              <a:gd name="adj1" fmla="val 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1FB7A645-2B1D-97D4-7E95-B8BD1A030095}"/>
              </a:ext>
            </a:extLst>
          </p:cNvPr>
          <p:cNvCxnSpPr>
            <a:cxnSpLocks/>
          </p:cNvCxnSpPr>
          <p:nvPr/>
        </p:nvCxnSpPr>
        <p:spPr>
          <a:xfrm flipV="1">
            <a:off x="75348" y="5678585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lipszis 36">
            <a:extLst>
              <a:ext uri="{FF2B5EF4-FFF2-40B4-BE49-F238E27FC236}">
                <a16:creationId xmlns:a16="http://schemas.microsoft.com/office/drawing/2014/main" id="{4BEE4854-5E3B-442C-C593-771A330CDC15}"/>
              </a:ext>
            </a:extLst>
          </p:cNvPr>
          <p:cNvSpPr/>
          <p:nvPr/>
        </p:nvSpPr>
        <p:spPr>
          <a:xfrm>
            <a:off x="902809" y="5831828"/>
            <a:ext cx="514629" cy="51462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0600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szöveg, képernyőkép, Betűtípus, kö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948A812-06A3-83A7-895A-87D08C483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056" y="60431"/>
            <a:ext cx="4699888" cy="6737137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8" y="4722276"/>
            <a:ext cx="6191169" cy="2023399"/>
          </a:xfrm>
        </p:spPr>
        <p:txBody>
          <a:bodyPr>
            <a:normAutofit fontScale="90000"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auth WORKFLOWs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335F00B1-6A8C-0B87-EF7C-54FCF2322218}"/>
              </a:ext>
            </a:extLst>
          </p:cNvPr>
          <p:cNvCxnSpPr>
            <a:cxnSpLocks/>
          </p:cNvCxnSpPr>
          <p:nvPr/>
        </p:nvCxnSpPr>
        <p:spPr>
          <a:xfrm>
            <a:off x="141052" y="6546066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39BA9C1-E14B-4042-03A2-BEF5CDCB0E59}"/>
              </a:ext>
            </a:extLst>
          </p:cNvPr>
          <p:cNvCxnSpPr>
            <a:cxnSpLocks/>
          </p:cNvCxnSpPr>
          <p:nvPr/>
        </p:nvCxnSpPr>
        <p:spPr>
          <a:xfrm flipV="1">
            <a:off x="141052" y="5678585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zis 10">
            <a:extLst>
              <a:ext uri="{FF2B5EF4-FFF2-40B4-BE49-F238E27FC236}">
                <a16:creationId xmlns:a16="http://schemas.microsoft.com/office/drawing/2014/main" id="{062EB2B3-9A75-5FB8-FD79-C01BA3270E82}"/>
              </a:ext>
            </a:extLst>
          </p:cNvPr>
          <p:cNvSpPr/>
          <p:nvPr/>
        </p:nvSpPr>
        <p:spPr>
          <a:xfrm>
            <a:off x="902809" y="5831828"/>
            <a:ext cx="514629" cy="51462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9DFA8877-6D87-D077-E406-9BCECFD1FC28}"/>
              </a:ext>
            </a:extLst>
          </p:cNvPr>
          <p:cNvCxnSpPr>
            <a:cxnSpLocks/>
          </p:cNvCxnSpPr>
          <p:nvPr/>
        </p:nvCxnSpPr>
        <p:spPr>
          <a:xfrm>
            <a:off x="6147155" y="588286"/>
            <a:ext cx="0" cy="671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C388E07A-EC69-8AFE-BF1D-B2BAB1F786E7}"/>
              </a:ext>
            </a:extLst>
          </p:cNvPr>
          <p:cNvCxnSpPr>
            <a:cxnSpLocks/>
          </p:cNvCxnSpPr>
          <p:nvPr/>
        </p:nvCxnSpPr>
        <p:spPr>
          <a:xfrm>
            <a:off x="6147155" y="1629507"/>
            <a:ext cx="0" cy="979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799EC054-D6BC-8DB8-4D0B-F7BD482F419A}"/>
              </a:ext>
            </a:extLst>
          </p:cNvPr>
          <p:cNvCxnSpPr>
            <a:cxnSpLocks/>
          </p:cNvCxnSpPr>
          <p:nvPr/>
        </p:nvCxnSpPr>
        <p:spPr>
          <a:xfrm>
            <a:off x="6151417" y="3147645"/>
            <a:ext cx="0" cy="706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28825785-432A-0C9E-B528-D921E26EF62E}"/>
              </a:ext>
            </a:extLst>
          </p:cNvPr>
          <p:cNvCxnSpPr>
            <a:cxnSpLocks/>
          </p:cNvCxnSpPr>
          <p:nvPr/>
        </p:nvCxnSpPr>
        <p:spPr>
          <a:xfrm flipH="1">
            <a:off x="4917298" y="4111603"/>
            <a:ext cx="684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C532F15A-0025-0539-3924-2E4858B019B8}"/>
              </a:ext>
            </a:extLst>
          </p:cNvPr>
          <p:cNvCxnSpPr>
            <a:cxnSpLocks/>
          </p:cNvCxnSpPr>
          <p:nvPr/>
        </p:nvCxnSpPr>
        <p:spPr>
          <a:xfrm>
            <a:off x="6541852" y="4117997"/>
            <a:ext cx="7481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92FCFF9C-22A7-EC42-BE94-F157A5FBADBA}"/>
              </a:ext>
            </a:extLst>
          </p:cNvPr>
          <p:cNvCxnSpPr>
            <a:cxnSpLocks/>
          </p:cNvCxnSpPr>
          <p:nvPr/>
        </p:nvCxnSpPr>
        <p:spPr>
          <a:xfrm>
            <a:off x="7859790" y="4445178"/>
            <a:ext cx="0" cy="653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51E48B97-1606-6664-0241-3E59F33A2882}"/>
              </a:ext>
            </a:extLst>
          </p:cNvPr>
          <p:cNvCxnSpPr>
            <a:cxnSpLocks/>
          </p:cNvCxnSpPr>
          <p:nvPr/>
        </p:nvCxnSpPr>
        <p:spPr>
          <a:xfrm>
            <a:off x="7861922" y="5562669"/>
            <a:ext cx="0" cy="653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2A87FC1E-42B3-67DC-DFF2-91B0D2F5B29B}"/>
              </a:ext>
            </a:extLst>
          </p:cNvPr>
          <p:cNvCxnSpPr>
            <a:cxnSpLocks/>
          </p:cNvCxnSpPr>
          <p:nvPr/>
        </p:nvCxnSpPr>
        <p:spPr>
          <a:xfrm flipV="1">
            <a:off x="4362050" y="3277657"/>
            <a:ext cx="0" cy="576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Összekötő: szögletes 30">
            <a:extLst>
              <a:ext uri="{FF2B5EF4-FFF2-40B4-BE49-F238E27FC236}">
                <a16:creationId xmlns:a16="http://schemas.microsoft.com/office/drawing/2014/main" id="{FF90586E-87C2-B95B-678B-7446E40171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32457" y="641526"/>
            <a:ext cx="1898635" cy="1239450"/>
          </a:xfrm>
          <a:prstGeom prst="bentConnector3">
            <a:avLst>
              <a:gd name="adj1" fmla="val 998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1FB7A645-2B1D-97D4-7E95-B8BD1A030095}"/>
              </a:ext>
            </a:extLst>
          </p:cNvPr>
          <p:cNvCxnSpPr>
            <a:cxnSpLocks/>
          </p:cNvCxnSpPr>
          <p:nvPr/>
        </p:nvCxnSpPr>
        <p:spPr>
          <a:xfrm flipV="1">
            <a:off x="75348" y="5678585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995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3334608" y="1528263"/>
            <a:ext cx="5235292" cy="523529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PSEUDOCODE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>
            <a:off x="491705" y="1422756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491705" y="1422756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7911A062-3B61-D56C-EDFE-F50E1EF08A26}"/>
              </a:ext>
            </a:extLst>
          </p:cNvPr>
          <p:cNvCxnSpPr>
            <a:cxnSpLocks/>
          </p:cNvCxnSpPr>
          <p:nvPr/>
        </p:nvCxnSpPr>
        <p:spPr>
          <a:xfrm flipV="1">
            <a:off x="11629694" y="1422756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2">
            <a:extLst>
              <a:ext uri="{FF2B5EF4-FFF2-40B4-BE49-F238E27FC236}">
                <a16:creationId xmlns:a16="http://schemas.microsoft.com/office/drawing/2014/main" id="{208805F3-FBAE-95FE-73AB-E3FE1176F313}"/>
              </a:ext>
            </a:extLst>
          </p:cNvPr>
          <p:cNvSpPr txBox="1"/>
          <p:nvPr/>
        </p:nvSpPr>
        <p:spPr>
          <a:xfrm>
            <a:off x="4303435" y="2036894"/>
            <a:ext cx="504518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FOR each user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GET active tasks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000" b="1" dirty="0">
              <a:solidFill>
                <a:schemeClr val="bg1"/>
              </a:solidFill>
              <a:latin typeface="Source Sans Pro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FOR each task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    IF deadline &lt; </a:t>
            </a:r>
            <a:r>
              <a:rPr lang="en-US" sz="2000" b="1" dirty="0" err="1">
                <a:solidFill>
                  <a:schemeClr val="bg1"/>
                </a:solidFill>
                <a:latin typeface="Source Sans Pro"/>
              </a:rPr>
              <a:t>currentDate</a:t>
            </a: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THEN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        status = "Expired"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        UPDATE database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    ENDIF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    ENDFOR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Source Sans Pro"/>
              </a:rPr>
              <a:t>ENDFOR</a:t>
            </a:r>
            <a:endParaRPr lang="hu-HU" sz="2000" b="1" dirty="0">
              <a:solidFill>
                <a:schemeClr val="bg1"/>
              </a:solidFill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85180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Cloud functions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7643446" y="402848"/>
            <a:ext cx="210332" cy="2103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>
            <a:off x="491705" y="5985165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491705" y="1422756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7911A062-3B61-D56C-EDFE-F50E1EF08A26}"/>
              </a:ext>
            </a:extLst>
          </p:cNvPr>
          <p:cNvCxnSpPr>
            <a:cxnSpLocks/>
          </p:cNvCxnSpPr>
          <p:nvPr/>
        </p:nvCxnSpPr>
        <p:spPr>
          <a:xfrm flipV="1">
            <a:off x="11629694" y="1422756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04478D-A991-456D-9535-EC288CA7D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8971431"/>
              </p:ext>
            </p:extLst>
          </p:nvPr>
        </p:nvGraphicFramePr>
        <p:xfrm>
          <a:off x="884825" y="1004734"/>
          <a:ext cx="10089839" cy="5371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231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Security system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3974997" y="416685"/>
            <a:ext cx="210332" cy="2103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>
            <a:off x="527006" y="6432773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5BC18DF-E06E-38CD-DEC0-7AA4CC09A1C7}"/>
              </a:ext>
            </a:extLst>
          </p:cNvPr>
          <p:cNvCxnSpPr>
            <a:cxnSpLocks/>
          </p:cNvCxnSpPr>
          <p:nvPr/>
        </p:nvCxnSpPr>
        <p:spPr>
          <a:xfrm flipV="1">
            <a:off x="527006" y="1870364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7911A062-3B61-D56C-EDFE-F50E1EF08A26}"/>
              </a:ext>
            </a:extLst>
          </p:cNvPr>
          <p:cNvCxnSpPr>
            <a:cxnSpLocks/>
          </p:cNvCxnSpPr>
          <p:nvPr/>
        </p:nvCxnSpPr>
        <p:spPr>
          <a:xfrm flipV="1">
            <a:off x="11664995" y="1870364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D36A485-51BB-6731-3AA3-52405384AB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8469274"/>
              </p:ext>
            </p:extLst>
          </p:nvPr>
        </p:nvGraphicFramePr>
        <p:xfrm>
          <a:off x="671945" y="1928627"/>
          <a:ext cx="10848109" cy="4407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39370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A5C1045-FA58-C90A-7744-DB65BE5162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5148810"/>
              </p:ext>
            </p:extLst>
          </p:nvPr>
        </p:nvGraphicFramePr>
        <p:xfrm>
          <a:off x="7338292" y="2029361"/>
          <a:ext cx="5564553" cy="328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Testing system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3220458" y="425226"/>
            <a:ext cx="210332" cy="2103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 flipH="1">
            <a:off x="527005" y="4738256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7911A062-3B61-D56C-EDFE-F50E1EF08A26}"/>
              </a:ext>
            </a:extLst>
          </p:cNvPr>
          <p:cNvCxnSpPr>
            <a:cxnSpLocks/>
          </p:cNvCxnSpPr>
          <p:nvPr/>
        </p:nvCxnSpPr>
        <p:spPr>
          <a:xfrm flipV="1">
            <a:off x="6089604" y="1484264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72BFFED-8145-D4E4-3C4C-5E4FBAA6F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9117703"/>
              </p:ext>
            </p:extLst>
          </p:nvPr>
        </p:nvGraphicFramePr>
        <p:xfrm>
          <a:off x="3548763" y="2019768"/>
          <a:ext cx="5564553" cy="328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E0AE790-F97F-BD7D-9622-1368A2F295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379533"/>
              </p:ext>
            </p:extLst>
          </p:nvPr>
        </p:nvGraphicFramePr>
        <p:xfrm>
          <a:off x="-240766" y="2019768"/>
          <a:ext cx="5564553" cy="328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6EEF28E9-2C88-30D1-A99E-1FC4FD2D8C80}"/>
              </a:ext>
            </a:extLst>
          </p:cNvPr>
          <p:cNvCxnSpPr>
            <a:cxnSpLocks/>
          </p:cNvCxnSpPr>
          <p:nvPr/>
        </p:nvCxnSpPr>
        <p:spPr>
          <a:xfrm flipH="1">
            <a:off x="527004" y="2524726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3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4" grpId="0">
        <p:bldAsOne/>
      </p:bldGraphic>
      <p:bldGraphic spid="10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41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Error handling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7696541" y="422031"/>
            <a:ext cx="210332" cy="2103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6EEF28E9-2C88-30D1-A99E-1FC4FD2D8C80}"/>
              </a:ext>
            </a:extLst>
          </p:cNvPr>
          <p:cNvCxnSpPr>
            <a:cxnSpLocks/>
          </p:cNvCxnSpPr>
          <p:nvPr/>
        </p:nvCxnSpPr>
        <p:spPr>
          <a:xfrm flipH="1">
            <a:off x="527005" y="6585174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590E2AB-09F8-C567-472D-5BB044495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319640"/>
              </p:ext>
            </p:extLst>
          </p:nvPr>
        </p:nvGraphicFramePr>
        <p:xfrm>
          <a:off x="3369771" y="1463576"/>
          <a:ext cx="5571650" cy="5052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493C1CEF-4989-9E54-6B7C-909884E028B8}"/>
              </a:ext>
            </a:extLst>
          </p:cNvPr>
          <p:cNvCxnSpPr>
            <a:cxnSpLocks/>
          </p:cNvCxnSpPr>
          <p:nvPr/>
        </p:nvCxnSpPr>
        <p:spPr>
          <a:xfrm flipH="1">
            <a:off x="527004" y="6699208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4881AC9D-856C-343D-ECCE-E62BCFBF36F4}"/>
              </a:ext>
            </a:extLst>
          </p:cNvPr>
          <p:cNvCxnSpPr>
            <a:cxnSpLocks/>
          </p:cNvCxnSpPr>
          <p:nvPr/>
        </p:nvCxnSpPr>
        <p:spPr>
          <a:xfrm flipH="1">
            <a:off x="527003" y="6801519"/>
            <a:ext cx="11137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17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D435D2F-4BAE-F5BD-5E1D-36931DF89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5778234"/>
              </p:ext>
            </p:extLst>
          </p:nvPr>
        </p:nvGraphicFramePr>
        <p:xfrm>
          <a:off x="2627575" y="1690688"/>
          <a:ext cx="7129007" cy="4752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SWOT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5983356" y="3763881"/>
            <a:ext cx="417444" cy="6062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335F00B1-6A8C-0B87-EF7C-54FCF2322218}"/>
              </a:ext>
            </a:extLst>
          </p:cNvPr>
          <p:cNvCxnSpPr>
            <a:cxnSpLocks/>
          </p:cNvCxnSpPr>
          <p:nvPr/>
        </p:nvCxnSpPr>
        <p:spPr>
          <a:xfrm>
            <a:off x="3442608" y="406702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4E82B5E8-E586-FC7A-2CC3-FDE49CF37426}"/>
              </a:ext>
            </a:extLst>
          </p:cNvPr>
          <p:cNvCxnSpPr>
            <a:cxnSpLocks/>
          </p:cNvCxnSpPr>
          <p:nvPr/>
        </p:nvCxnSpPr>
        <p:spPr>
          <a:xfrm>
            <a:off x="2895600" y="4471425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39BA9C1-E14B-4042-03A2-BEF5CDCB0E59}"/>
              </a:ext>
            </a:extLst>
          </p:cNvPr>
          <p:cNvCxnSpPr>
            <a:cxnSpLocks/>
          </p:cNvCxnSpPr>
          <p:nvPr/>
        </p:nvCxnSpPr>
        <p:spPr>
          <a:xfrm flipV="1">
            <a:off x="2895600" y="3665857"/>
            <a:ext cx="640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0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002AA7D-5B66-5041-87A4-EE43D4733F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953246"/>
              </p:ext>
            </p:extLst>
          </p:nvPr>
        </p:nvGraphicFramePr>
        <p:xfrm>
          <a:off x="755073" y="13433"/>
          <a:ext cx="8428380" cy="7309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3349D4E3-9F6A-DB18-7D53-1F9C9F89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cap="all" spc="1500" dirty="0">
                <a:ea typeface="Source Sans Pro SemiBold" panose="020B0603030403020204" pitchFamily="34" charset="0"/>
              </a:rPr>
              <a:t>ROADMAP</a:t>
            </a:r>
            <a:endParaRPr lang="hu-HU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DA12572-F69A-01C8-5F68-7423A9EB1CDD}"/>
              </a:ext>
            </a:extLst>
          </p:cNvPr>
          <p:cNvSpPr/>
          <p:nvPr/>
        </p:nvSpPr>
        <p:spPr>
          <a:xfrm>
            <a:off x="9438034" y="2603692"/>
            <a:ext cx="2392543" cy="239254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335F00B1-6A8C-0B87-EF7C-54FCF2322218}"/>
              </a:ext>
            </a:extLst>
          </p:cNvPr>
          <p:cNvCxnSpPr>
            <a:cxnSpLocks/>
          </p:cNvCxnSpPr>
          <p:nvPr/>
        </p:nvCxnSpPr>
        <p:spPr>
          <a:xfrm>
            <a:off x="195169" y="3799964"/>
            <a:ext cx="93229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FD4B9D8C-4738-2752-27B4-50AB63D34F66}"/>
              </a:ext>
            </a:extLst>
          </p:cNvPr>
          <p:cNvSpPr txBox="1"/>
          <p:nvPr/>
        </p:nvSpPr>
        <p:spPr>
          <a:xfrm>
            <a:off x="9355735" y="3507576"/>
            <a:ext cx="2637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cap="all" spc="600" dirty="0">
                <a:solidFill>
                  <a:srgbClr val="000000"/>
                </a:solidFill>
                <a:latin typeface="Source Sans Pro"/>
                <a:ea typeface="Source Sans Pro SemiBold" panose="020B0603030403020204" pitchFamily="34" charset="0"/>
              </a:rPr>
              <a:t>FUTURE IMPROVEMENTS</a:t>
            </a:r>
            <a:endParaRPr lang="hu-HU" sz="1600" b="1" cap="all" spc="600" dirty="0">
              <a:solidFill>
                <a:srgbClr val="000000"/>
              </a:solidFill>
              <a:latin typeface="Source Sans Pro"/>
              <a:ea typeface="Source Sans Pro SemiBold" panose="020B0603030403020204" pitchFamily="34" charset="0"/>
            </a:endParaRP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9DF310FD-FCF1-5342-D23F-C1954998B732}"/>
              </a:ext>
            </a:extLst>
          </p:cNvPr>
          <p:cNvCxnSpPr>
            <a:cxnSpLocks/>
          </p:cNvCxnSpPr>
          <p:nvPr/>
        </p:nvCxnSpPr>
        <p:spPr>
          <a:xfrm>
            <a:off x="195169" y="3799964"/>
            <a:ext cx="93229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215255EF-DB79-77EE-D682-3ABB332EDC22}"/>
              </a:ext>
            </a:extLst>
          </p:cNvPr>
          <p:cNvCxnSpPr>
            <a:cxnSpLocks/>
          </p:cNvCxnSpPr>
          <p:nvPr/>
        </p:nvCxnSpPr>
        <p:spPr>
          <a:xfrm>
            <a:off x="195169" y="3799964"/>
            <a:ext cx="93229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00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6B3372-AFCD-F680-0CB7-96098EBCF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1440415"/>
            <a:ext cx="12483548" cy="2387600"/>
          </a:xfrm>
        </p:spPr>
        <p:txBody>
          <a:bodyPr/>
          <a:lstStyle/>
          <a:p>
            <a:r>
              <a:rPr lang="en-US" dirty="0"/>
              <a:t>Thank you</a:t>
            </a:r>
            <a:endParaRPr lang="hu-HU" dirty="0"/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E72A387D-C983-1F6D-CCE4-A8AA5E5571CD}"/>
              </a:ext>
            </a:extLst>
          </p:cNvPr>
          <p:cNvSpPr/>
          <p:nvPr/>
        </p:nvSpPr>
        <p:spPr>
          <a:xfrm>
            <a:off x="7578691" y="3071135"/>
            <a:ext cx="528916" cy="5289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9D11116D-FECA-C2B3-F955-88CB95A59052}"/>
              </a:ext>
            </a:extLst>
          </p:cNvPr>
          <p:cNvCxnSpPr/>
          <p:nvPr/>
        </p:nvCxnSpPr>
        <p:spPr>
          <a:xfrm>
            <a:off x="4510708" y="4134678"/>
            <a:ext cx="2743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AD81DF0A-B0F7-2EAF-5FC7-F665A35D805C}"/>
              </a:ext>
            </a:extLst>
          </p:cNvPr>
          <p:cNvCxnSpPr/>
          <p:nvPr/>
        </p:nvCxnSpPr>
        <p:spPr>
          <a:xfrm>
            <a:off x="5045765" y="4446104"/>
            <a:ext cx="182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C2BF060C-1830-836F-C9BC-5A799A5D8F02}"/>
              </a:ext>
            </a:extLst>
          </p:cNvPr>
          <p:cNvCxnSpPr/>
          <p:nvPr/>
        </p:nvCxnSpPr>
        <p:spPr>
          <a:xfrm>
            <a:off x="5565913" y="4678017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62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Menő sötét alakzatok</Template>
  <TotalTime>313</TotalTime>
  <Words>310</Words>
  <Application>Microsoft Office PowerPoint</Application>
  <PresentationFormat>Szélesvásznú</PresentationFormat>
  <Paragraphs>169</Paragraphs>
  <Slides>18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2" baseType="lpstr">
      <vt:lpstr>Arial</vt:lpstr>
      <vt:lpstr>Source Sans Pro</vt:lpstr>
      <vt:lpstr>Source Sans Pro SemiBold</vt:lpstr>
      <vt:lpstr>FunkyShapesDarkVTI</vt:lpstr>
      <vt:lpstr>KEEP UP WITH YOURSELF</vt:lpstr>
      <vt:lpstr>PowerPoint-bemutató</vt:lpstr>
      <vt:lpstr>PROBLEM STATEMENT</vt:lpstr>
      <vt:lpstr>Proposed solution</vt:lpstr>
      <vt:lpstr>PROJECT REQUIREMENTS</vt:lpstr>
      <vt:lpstr>TECHNOLOGY STACK</vt:lpstr>
      <vt:lpstr>SYSTEM ARCHITECTURE</vt:lpstr>
      <vt:lpstr>DATABASE DESIGN</vt:lpstr>
      <vt:lpstr>MAIN WORKFLOWs</vt:lpstr>
      <vt:lpstr>auth WORKFLOWs</vt:lpstr>
      <vt:lpstr>PSEUDOCODE</vt:lpstr>
      <vt:lpstr>Cloud functions</vt:lpstr>
      <vt:lpstr>Security system</vt:lpstr>
      <vt:lpstr>Testing system</vt:lpstr>
      <vt:lpstr>Error handling</vt:lpstr>
      <vt:lpstr>SWOT</vt:lpstr>
      <vt:lpstr>ROADMAP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leventerastovits@gmail.com</dc:creator>
  <cp:lastModifiedBy>leventerastovits@gmail.com</cp:lastModifiedBy>
  <cp:revision>2</cp:revision>
  <dcterms:created xsi:type="dcterms:W3CDTF">2026-05-14T02:53:01Z</dcterms:created>
  <dcterms:modified xsi:type="dcterms:W3CDTF">2026-05-26T22:47:47Z</dcterms:modified>
</cp:coreProperties>
</file>